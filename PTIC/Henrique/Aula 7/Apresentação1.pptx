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>
        <p:scale>
          <a:sx n="64" d="100"/>
          <a:sy n="64" d="100"/>
        </p:scale>
        <p:origin x="570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5761B-F4B7-1B5A-BBB5-B3FC58415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E8C4A1-9D01-F9A7-BCB9-4803BD3E2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499850-F136-0A44-CC9A-B30CDFB9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DDAA13-FE44-7294-EAA8-D072DD901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8E4809-3428-07C3-FC7F-ECC36191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017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02021-5B5B-B5C1-C04D-A975929F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9AAFF5-2EAF-3362-AB3B-7840B68AF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E666F2-A7A1-258C-E5E1-E838248E8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0DD78-F05A-BFEF-0B11-DF32D1C5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9F5F3C-DDC3-B0B8-7957-B5609DA6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747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3F793-4348-121E-FEF5-E6B5C386E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A3D48C-2AB1-4074-5B87-DA858B969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F6C413-1E42-D22E-8D1E-7C8D8D06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585BE5-978C-81D4-6883-638018639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1C9B60-ECD5-A116-74C2-E729B596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6879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6053D-9EE6-365F-532A-93760530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8D898D-3953-F1EF-CE6C-BA6542CD6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3C9A9D-DC3C-D1EC-9290-CA1B7DBFB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7A9189-443B-56D6-BE8E-538F22A9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7DA1D7-076A-9FCF-3AFE-8F43418C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F38BBE-4C33-7544-B3D5-B4EB6D45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245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6C7B1-022D-A198-1C07-0F10B0535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C2CDA7-B4BC-C336-145F-622C44F1D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2C69C-A805-3C4D-69C0-AE88B16EF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4A8FF4F-F8CC-5D2B-AC67-C8A8844FA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0ED633E-FE7B-B522-6A2D-3DBC2B724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00A58FF-F876-856F-6F00-93C326648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32FB23D-5010-B7A7-5ABF-7B4586A4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ABAA71-A61C-C14D-F5E5-C178FBFA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9438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4B370-4F61-2F45-406A-3B6EE26E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69BDA2D-0A17-C724-A3A6-74FCFC6AF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C311A0-9DEF-393F-94D7-8EE01E0F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9CD91E-CF11-85F2-B4B2-C28E5A1B3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7246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ECBC6E-3E6E-2DFB-EB90-38292FC3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E919195-CFC8-83AC-2A6C-E768EEB8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3B03D5-7C87-3DBB-0132-00A9F86C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01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22823-A3BB-472B-BEE3-0E2F38FF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6EB852-24EB-185B-D8A8-7F754AD5A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D53EEB-5E84-A468-7D3F-1321FC172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1CC510-EC81-7589-2CEF-CFB9887C4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FF8A04-05E9-3AC2-54CD-66D7C1A0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6DCF0B-1639-6A80-5131-8D7D9968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17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8CCAF-6B6C-57B3-13A0-AD8A97D4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984F87E-E650-9035-C892-43C4B483F1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FB2060-9C09-20C4-E5A1-193296B73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890E37-15AA-910A-7A6C-441AD642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08F3F0-BF11-5BE6-3CF1-454142A1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0B82E4-6D17-2D37-6747-D1FFD755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913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1BE81-1F1A-F9A6-D001-DAA9A1FB6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0C083C-6D0A-DF9F-3B2C-11134C175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1D3937-4256-585D-ACC2-32EBA672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9FC7B3-72A6-9A11-D553-C5373957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EB77F0-24A5-D3D8-41F8-8BD6B5BE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5589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A3B468-FF41-88AF-36D7-A16205B8A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B15ED9-9A30-6055-7FE4-F3149F64C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F44E17-CAED-4F8A-BF0D-BA025484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8BB2E7-EF51-A384-75F5-5EF756F82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9272ED-0F08-50CD-0ECB-0753901C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48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139702E-F6EC-4102-9546-4B05575B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975C5A-BEA6-3576-BDDB-1A100ACA3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57244C-7CEB-804F-190B-19B4361E9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E420-0691-4106-88CF-D59610F4CC5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6602A9-68F4-C4CD-3AFE-B6E33C7A95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A0A84C-9770-699C-B0E5-0A4B8C894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A047B-FD6A-4516-B0EB-64E967073E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99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tadao.com.br/esportes/futebol/saiba-quando-ancelotti-fara-convocacao-da-selecao-para-jogos-contra-tunisia-e-senegal-npres/?srsltid=AfmBOorOX_Ddbsz-QB9U1sR4bEgpzSW4Zx95jyzbwVL4YaebcO9YRDNU" TargetMode="Externa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fotografia.folha.uol.com.br/galerias/8378-final-da-copa-do-mundo-de-2002" TargetMode="External"/><Relationship Id="rId4" Type="http://schemas.openxmlformats.org/officeDocument/2006/relationships/hyperlink" Target="https://lojadocapita.com.br/produtos/camisa-do-brasil-copa-2010-hom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C80450D-1AFB-AA5C-7BF3-C81AD0440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362" y="192617"/>
            <a:ext cx="4613275" cy="3844396"/>
          </a:xfrm>
          <a:prstGeom prst="rect">
            <a:avLst/>
          </a:prstGeom>
        </p:spPr>
      </p:pic>
      <p:sp>
        <p:nvSpPr>
          <p:cNvPr id="11" name="Subtítulo 10">
            <a:extLst>
              <a:ext uri="{FF2B5EF4-FFF2-40B4-BE49-F238E27FC236}">
                <a16:creationId xmlns:a16="http://schemas.microsoft.com/office/drawing/2014/main" id="{039D740C-094F-73EA-3F8B-7FCF4D63F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287838"/>
            <a:ext cx="9144000" cy="1655762"/>
          </a:xfrm>
        </p:spPr>
        <p:txBody>
          <a:bodyPr numCol="2"/>
          <a:lstStyle/>
          <a:p>
            <a:r>
              <a:rPr lang="pt-BR" dirty="0"/>
              <a:t>1° DS</a:t>
            </a:r>
          </a:p>
          <a:p>
            <a:r>
              <a:rPr lang="pt-BR" dirty="0"/>
              <a:t>1° Semestre</a:t>
            </a:r>
          </a:p>
          <a:p>
            <a:r>
              <a:rPr lang="pt-BR" dirty="0"/>
              <a:t>2026.1</a:t>
            </a:r>
          </a:p>
          <a:p>
            <a:r>
              <a:rPr lang="pt-BR" dirty="0"/>
              <a:t>PTIC</a:t>
            </a:r>
          </a:p>
          <a:p>
            <a:r>
              <a:rPr lang="pt-BR" dirty="0" err="1"/>
              <a:t>PROFº</a:t>
            </a:r>
            <a:r>
              <a:rPr lang="pt-BR" dirty="0"/>
              <a:t> Henrique</a:t>
            </a:r>
          </a:p>
          <a:p>
            <a:r>
              <a:rPr lang="pt-BR" dirty="0"/>
              <a:t>Lucas R. e Pietro A.</a:t>
            </a:r>
          </a:p>
        </p:txBody>
      </p:sp>
    </p:spTree>
    <p:extLst>
      <p:ext uri="{BB962C8B-B14F-4D97-AF65-F5344CB8AC3E}">
        <p14:creationId xmlns:p14="http://schemas.microsoft.com/office/powerpoint/2010/main" val="2335966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C630A-8530-01B7-81E1-4FA7058EC4C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BRASIL, RUMO AO HEXACAMPEONATO DE FUTEBOL 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BE2B0B3-BFDB-6818-2A46-C12625848912}"/>
              </a:ext>
            </a:extLst>
          </p:cNvPr>
          <p:cNvSpPr/>
          <p:nvPr/>
        </p:nvSpPr>
        <p:spPr>
          <a:xfrm>
            <a:off x="1845129" y="1979895"/>
            <a:ext cx="8523514" cy="451298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DB9BF83-619C-9FAA-E693-CAD77036A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1979895"/>
            <a:ext cx="6781800" cy="4512980"/>
          </a:xfr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503386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39300-127A-7A1D-6748-DD394C5E243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UNIFORME OFICIAL DA SELEÇÃO BRASILEIRA DE FUTEBOL 2010. 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265A633-201D-ED59-573D-4868F93D2F54}"/>
              </a:ext>
            </a:extLst>
          </p:cNvPr>
          <p:cNvSpPr/>
          <p:nvPr/>
        </p:nvSpPr>
        <p:spPr>
          <a:xfrm>
            <a:off x="2612571" y="2035175"/>
            <a:ext cx="6874329" cy="4457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34243FE-982C-A44E-8DFC-28264867A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150" y="2035175"/>
            <a:ext cx="4457700" cy="4457700"/>
          </a:xfrm>
          <a:effectLst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298390589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C0A9E-E0D4-1665-A07A-41E6D143D19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pt-BR" dirty="0"/>
              <a:t>ESCALAÇÃO DOS CONVOCADOS SELEÇÃO 2010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B398480A-B503-9D91-C8B1-D9AE1E4FC8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5840601"/>
              </p:ext>
            </p:extLst>
          </p:nvPr>
        </p:nvGraphicFramePr>
        <p:xfrm>
          <a:off x="838200" y="1825048"/>
          <a:ext cx="10515600" cy="492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281239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70180925"/>
                    </a:ext>
                  </a:extLst>
                </a:gridCol>
              </a:tblGrid>
              <a:tr h="25457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Jogadores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Posições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69233"/>
                  </a:ext>
                </a:extLst>
              </a:tr>
              <a:tr h="410152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Júlio César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Goleiro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922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Maicon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Lateral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31869"/>
                  </a:ext>
                </a:extLst>
              </a:tr>
              <a:tr h="4101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Lúcio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Zagueiro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183756"/>
                  </a:ext>
                </a:extLst>
              </a:tr>
              <a:tr h="4101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Zagueiro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851605"/>
                  </a:ext>
                </a:extLst>
              </a:tr>
              <a:tr h="4101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Michel Bastos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Lateral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010553"/>
                  </a:ext>
                </a:extLst>
              </a:tr>
              <a:tr h="4101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Felipe Melo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Meio-Campista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803562"/>
                  </a:ext>
                </a:extLst>
              </a:tr>
              <a:tr h="4101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Gilberto Silva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Meio-Campista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595353"/>
                  </a:ext>
                </a:extLst>
              </a:tr>
              <a:tr h="4101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Daniel Alves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Meio-Campista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424613"/>
                  </a:ext>
                </a:extLst>
              </a:tr>
              <a:tr h="4101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Kaká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Atacante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317904"/>
                  </a:ext>
                </a:extLst>
              </a:tr>
              <a:tr h="4101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Robinho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Atacante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353028"/>
                  </a:ext>
                </a:extLst>
              </a:tr>
              <a:tr h="410152"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Luis</a:t>
                      </a:r>
                      <a:r>
                        <a:rPr lang="pt-BR" dirty="0"/>
                        <a:t> Fabiano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Atacante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079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07720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BEA83-1F08-9A5F-1D54-B05C817D01DC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pt-BR" dirty="0"/>
              <a:t>HINO NACIONAL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EB8862-4752-63AC-AAF0-4DB41A238E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5618" y="1952889"/>
            <a:ext cx="9380764" cy="424731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Ouviram do Ipiranga as margens plácidas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um povo heroico o brado retumbante,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 o sol da liberdade, em raios fúlgidos,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Brilhou no céu da pátria nesse instante.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o penhor dessa igualdade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Conseguimos conquistar com braço forte,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 teu seio, ó liberdade,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Desafia o nosso peito a própria morte!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Ó Pátria amada,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Idolatrada,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Salve! Salve!</a:t>
            </a:r>
            <a:endParaRPr lang="pt-BR" altLang="pt-BR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Brasil, um sonho intenso, um raio vívido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amor e de esperança à terra desce,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em teu formoso céu, risonho e límpido,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imagem do Cruzeiro resplandece.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Gigante pela própria natureza,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És belo, és forte, impávido colosso,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 o teu futuro espelha essa grandeza.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Terra adorada,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Entre outras mil,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És tu, Brasil,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Ó Pátria amada!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Dos filhos deste solo és mãe gentil,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Pátria amada,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Brasil!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312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0">
        <p:push dir="u"/>
        <p:sndAc>
          <p:stSnd>
            <p:snd r:embed="rId2" name="chimes.wav"/>
          </p:stSnd>
        </p:sndAc>
      </p:transition>
    </mc:Choice>
    <mc:Fallback>
      <p:transition spd="slow">
        <p:push dir="u"/>
        <p:sndAc>
          <p:stSnd>
            <p:snd r:embed="rId2" name="chimes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C70CF-8D0E-BC9B-EB49-3DC0E6492780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pt-BR" dirty="0"/>
              <a:t>SELEÇÃO CAMPEÃ DO MUNDO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78E1C0A-169C-D811-21AF-2DDA98922BAF}"/>
              </a:ext>
            </a:extLst>
          </p:cNvPr>
          <p:cNvSpPr/>
          <p:nvPr/>
        </p:nvSpPr>
        <p:spPr>
          <a:xfrm>
            <a:off x="2139043" y="1825625"/>
            <a:ext cx="7968343" cy="46672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D867BB8-CE43-B864-7380-E704FD22E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305" y="1983581"/>
            <a:ext cx="6533387" cy="4351338"/>
          </a:xfr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138933564"/>
      </p:ext>
    </p:extLst>
  </p:cSld>
  <p:clrMapOvr>
    <a:masterClrMapping/>
  </p:clrMapOvr>
  <p:transition spd="slow">
    <p:push dir="u"/>
    <p:sndAc>
      <p:stSnd>
        <p:snd r:embed="rId2" name="applause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42706-6623-F823-711B-99F123C2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818"/>
            <a:ext cx="10515600" cy="132556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BR" dirty="0"/>
              <a:t>DUVIDAS????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E8F7F5-2A7F-DB98-1315-59106022F03B}"/>
              </a:ext>
            </a:extLst>
          </p:cNvPr>
          <p:cNvSpPr txBox="1"/>
          <p:nvPr/>
        </p:nvSpPr>
        <p:spPr>
          <a:xfrm>
            <a:off x="2165350" y="2565400"/>
            <a:ext cx="78613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Referências:</a:t>
            </a:r>
          </a:p>
          <a:p>
            <a:endParaRPr lang="pt-BR" dirty="0"/>
          </a:p>
          <a:p>
            <a:r>
              <a:rPr lang="pt-BR" dirty="0">
                <a:hlinkClick r:id="rId3"/>
              </a:rPr>
              <a:t>https://www.estadao.com.br/esportes/futebol/saiba-quando-ancelotti-fara-convocacao-da-selecao-para-jogos-contra-tunisia-e-senegal-npres/?srsltid=AfmBOorOX_Ddbsz-QB9U1sR4bEgpzSW4Zx95jyzbwVL4YaebcO9YRDNU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 </a:t>
            </a:r>
            <a:r>
              <a:rPr lang="pt-BR" dirty="0">
                <a:hlinkClick r:id="rId4"/>
              </a:rPr>
              <a:t>https://lojadocapita.com.br/produtos/camisa-do-brasil-copa-2010-home/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>
                <a:hlinkClick r:id="rId5"/>
              </a:rPr>
              <a:t>https://fotografia.folha.uol.com.br/galerias/8378-final-da-copa-do-mundo-de-2002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3796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ndAc>
          <p:stSnd>
            <p:snd r:embed="rId2" name="applause.wav"/>
          </p:stSnd>
        </p:sndAc>
      </p:transition>
    </mc:Choice>
    <mc:Fallback>
      <p:transition spd="slow">
        <p:sndAc>
          <p:stSnd>
            <p:snd r:embed="rId2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90</TotalTime>
  <Words>299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BRASIL, RUMO AO HEXACAMPEONATO DE FUTEBOL </vt:lpstr>
      <vt:lpstr>UNIFORME OFICIAL DA SELEÇÃO BRASILEIRA DE FUTEBOL 2010. </vt:lpstr>
      <vt:lpstr>ESCALAÇÃO DOS CONVOCADOS SELEÇÃO 2010</vt:lpstr>
      <vt:lpstr>HINO NACIONAL</vt:lpstr>
      <vt:lpstr>SELEÇÃO CAMPEÃ DO MUNDO</vt:lpstr>
      <vt:lpstr>DUVIDAS????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ETEC</dc:creator>
  <cp:lastModifiedBy>ETEC</cp:lastModifiedBy>
  <cp:revision>2</cp:revision>
  <dcterms:created xsi:type="dcterms:W3CDTF">2026-04-14T23:32:34Z</dcterms:created>
  <dcterms:modified xsi:type="dcterms:W3CDTF">2026-04-15T01:02:36Z</dcterms:modified>
</cp:coreProperties>
</file>