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2" r:id="rId4"/>
  </p:sldMasterIdLst>
  <p:notesMasterIdLst>
    <p:notesMasterId r:id="rId9"/>
  </p:notesMasterIdLst>
  <p:sldIdLst>
    <p:sldId id="256" r:id="rId5"/>
    <p:sldId id="286" r:id="rId6"/>
    <p:sldId id="285" r:id="rId7"/>
    <p:sldId id="284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47B68-92B2-4196-8E47-B890476AAD89}" v="1" dt="2024-04-03T18:19:06.157"/>
  </p1510:revLst>
</p1510:revInfo>
</file>

<file path=ppt/tableStyles.xml><?xml version="1.0" encoding="utf-8"?>
<a:tblStyleLst xmlns:a="http://schemas.openxmlformats.org/drawingml/2006/main" def="{B51F828E-7DBB-4EB2-BA86-A2E82763770A}">
  <a:tblStyle styleId="{B51F828E-7DBB-4EB2-BA86-A2E8276377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US OLIVEIRA DA SILVA" userId="S::mateus.silva802@etec.sp.gov.br::082b7e69-fd2a-4f82-89d4-2488643bedf0" providerId="AD" clId="Web-{B4547B68-92B2-4196-8E47-B890476AAD89}"/>
    <pc:docChg chg="modSld">
      <pc:chgData name="MATEUS OLIVEIRA DA SILVA" userId="S::mateus.silva802@etec.sp.gov.br::082b7e69-fd2a-4f82-89d4-2488643bedf0" providerId="AD" clId="Web-{B4547B68-92B2-4196-8E47-B890476AAD89}" dt="2024-04-03T18:19:06.157" v="0" actId="1076"/>
      <pc:docMkLst>
        <pc:docMk/>
      </pc:docMkLst>
      <pc:sldChg chg="modSp">
        <pc:chgData name="MATEUS OLIVEIRA DA SILVA" userId="S::mateus.silva802@etec.sp.gov.br::082b7e69-fd2a-4f82-89d4-2488643bedf0" providerId="AD" clId="Web-{B4547B68-92B2-4196-8E47-B890476AAD89}" dt="2024-04-03T18:19:06.157" v="0" actId="1076"/>
        <pc:sldMkLst>
          <pc:docMk/>
          <pc:sldMk cId="3916133841" sldId="285"/>
        </pc:sldMkLst>
        <pc:spChg chg="mod">
          <ac:chgData name="MATEUS OLIVEIRA DA SILVA" userId="S::mateus.silva802@etec.sp.gov.br::082b7e69-fd2a-4f82-89d4-2488643bedf0" providerId="AD" clId="Web-{B4547B68-92B2-4196-8E47-B890476AAD89}" dt="2024-04-03T18:19:06.157" v="0" actId="1076"/>
          <ac:spMkLst>
            <pc:docMk/>
            <pc:sldMk cId="3916133841" sldId="28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849349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9540"/>
            <a:ext cx="9144191" cy="5133975"/>
          </a:xfrm>
          <a:custGeom>
            <a:avLst/>
            <a:gdLst/>
            <a:ahLst/>
            <a:cxnLst/>
            <a:rect l="l" t="t" r="r" b="b"/>
            <a:pathLst>
              <a:path w="12192254" h="6845300" extrusionOk="0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91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88725" y="2380200"/>
            <a:ext cx="6766500" cy="1685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2934816" y="0"/>
            <a:ext cx="6214110" cy="5143500"/>
          </a:xfrm>
          <a:custGeom>
            <a:avLst/>
            <a:gdLst/>
            <a:ahLst/>
            <a:cxnLst/>
            <a:rect l="l" t="t" r="r" b="b"/>
            <a:pathLst>
              <a:path w="8285480" h="6858000" extrusionOk="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188725" y="2851925"/>
            <a:ext cx="3183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771764" y="2851925"/>
            <a:ext cx="3183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80027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88725" y="285192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╺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-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⬞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ctrTitle"/>
          </p:nvPr>
        </p:nvSpPr>
        <p:spPr>
          <a:xfrm>
            <a:off x="1043608" y="1707654"/>
            <a:ext cx="6766500" cy="168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TRABALHANDO COM IMAGENS DE FUNDO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93E9F-9532-4811-A175-5D811F54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PARA ID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30523E-C235-42ED-A856-FFE5E02E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BR" b="0" i="0" dirty="0">
                <a:solidFill>
                  <a:srgbClr val="FFC000"/>
                </a:solidFill>
                <a:effectLst/>
                <a:latin typeface="Helvetica Nue"/>
              </a:rPr>
              <a:t>Cada elemento pode ter </a:t>
            </a:r>
            <a:r>
              <a:rPr lang="pt-BR" sz="2400" b="1" i="0" dirty="0">
                <a:solidFill>
                  <a:srgbClr val="FFC000"/>
                </a:solidFill>
                <a:effectLst/>
                <a:latin typeface="Helvetica Nue"/>
              </a:rPr>
              <a:t>apenas um</a:t>
            </a:r>
            <a:r>
              <a:rPr lang="pt-BR" sz="2400" b="0" i="0" dirty="0">
                <a:solidFill>
                  <a:srgbClr val="FFC000"/>
                </a:solidFill>
                <a:effectLst/>
                <a:latin typeface="Helvetica Nue"/>
              </a:rPr>
              <a:t> </a:t>
            </a:r>
            <a:r>
              <a:rPr lang="pt-BR" b="0" i="0" dirty="0">
                <a:solidFill>
                  <a:srgbClr val="FFC000"/>
                </a:solidFill>
                <a:effectLst/>
                <a:latin typeface="Helvetica Nue"/>
              </a:rPr>
              <a:t>ID;</a:t>
            </a:r>
          </a:p>
          <a:p>
            <a:pPr marL="139700" indent="0">
              <a:buNone/>
            </a:pP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20F818-85C1-4475-9F0E-C9467325895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BR" b="0" i="0" dirty="0">
                <a:solidFill>
                  <a:srgbClr val="FFC000"/>
                </a:solidFill>
                <a:effectLst/>
                <a:latin typeface="Helvetica Nue"/>
              </a:rPr>
              <a:t>Cada página pode ter apenas </a:t>
            </a:r>
            <a:r>
              <a:rPr lang="pt-BR" sz="2400" b="1" i="0" dirty="0">
                <a:solidFill>
                  <a:srgbClr val="FFC000"/>
                </a:solidFill>
                <a:effectLst/>
                <a:latin typeface="Helvetica Nue"/>
              </a:rPr>
              <a:t>um elemento</a:t>
            </a:r>
            <a:r>
              <a:rPr lang="pt-BR" b="0" i="0" dirty="0">
                <a:solidFill>
                  <a:srgbClr val="FFC000"/>
                </a:solidFill>
                <a:effectLst/>
                <a:latin typeface="Helvetica Nue"/>
              </a:rPr>
              <a:t> com aquele ID.</a:t>
            </a:r>
          </a:p>
          <a:p>
            <a:pPr marL="139700" indent="0">
              <a:buNone/>
            </a:pP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52F6D6-AB2A-425B-BECC-5937303CEE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577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0"/>
            <a:ext cx="6766500" cy="246731"/>
          </a:xfrm>
        </p:spPr>
        <p:txBody>
          <a:bodyPr anchor="t"/>
          <a:lstStyle/>
          <a:p>
            <a:r>
              <a:rPr lang="pt-BR" sz="1600" dirty="0"/>
              <a:t>Agora vamos criar um novo arquivo chamado id.html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787039"/>
            <a:ext cx="8640960" cy="4032448"/>
          </a:xfrm>
        </p:spPr>
        <p:txBody>
          <a:bodyPr/>
          <a:lstStyle/>
          <a:p>
            <a:pPr marL="139700" indent="0">
              <a:buNone/>
            </a:pPr>
            <a:r>
              <a:rPr lang="pt-BR" sz="1100" dirty="0"/>
              <a:t>&lt;</a:t>
            </a:r>
            <a:r>
              <a:rPr lang="pt-BR" sz="1100" dirty="0" err="1"/>
              <a:t>html</a:t>
            </a:r>
            <a:r>
              <a:rPr lang="pt-BR" sz="1100" dirty="0"/>
              <a:t>&gt;</a:t>
            </a:r>
          </a:p>
          <a:p>
            <a:pPr marL="139700" indent="0">
              <a:buNone/>
            </a:pPr>
            <a:r>
              <a:rPr lang="pt-BR" sz="1100" dirty="0"/>
              <a:t>    &lt;</a:t>
            </a:r>
            <a:r>
              <a:rPr lang="pt-BR" sz="1100" dirty="0" err="1"/>
              <a:t>head</a:t>
            </a:r>
            <a:r>
              <a:rPr lang="pt-BR" sz="1100" dirty="0"/>
              <a:t>&gt;</a:t>
            </a:r>
          </a:p>
          <a:p>
            <a:pPr marL="139700" indent="0">
              <a:buNone/>
            </a:pPr>
            <a:r>
              <a:rPr lang="pt-BR" sz="1100" dirty="0"/>
              <a:t>        &lt;</a:t>
            </a:r>
            <a:r>
              <a:rPr lang="pt-BR" sz="1100" dirty="0" err="1"/>
              <a:t>title</a:t>
            </a:r>
            <a:r>
              <a:rPr lang="pt-BR" sz="1100" dirty="0"/>
              <a:t>&gt;</a:t>
            </a:r>
          </a:p>
          <a:p>
            <a:pPr marL="139700" indent="0">
              <a:buNone/>
            </a:pPr>
            <a:r>
              <a:rPr lang="pt-BR" sz="1100" dirty="0"/>
              <a:t>            Seletor</a:t>
            </a:r>
          </a:p>
          <a:p>
            <a:pPr marL="139700" indent="0">
              <a:buNone/>
            </a:pPr>
            <a:r>
              <a:rPr lang="pt-BR" sz="1100" dirty="0"/>
              <a:t>        &lt;/</a:t>
            </a:r>
            <a:r>
              <a:rPr lang="pt-BR" sz="1100" dirty="0" err="1"/>
              <a:t>title</a:t>
            </a:r>
            <a:r>
              <a:rPr lang="pt-BR" sz="1100" dirty="0"/>
              <a:t>&gt;</a:t>
            </a:r>
          </a:p>
          <a:p>
            <a:pPr marL="139700" indent="0">
              <a:buNone/>
            </a:pPr>
            <a:r>
              <a:rPr lang="pt-BR" sz="1100" dirty="0"/>
              <a:t>        &lt;meta </a:t>
            </a:r>
            <a:r>
              <a:rPr lang="pt-BR" sz="1100" dirty="0" err="1"/>
              <a:t>charset</a:t>
            </a:r>
            <a:r>
              <a:rPr lang="pt-BR" sz="1100" dirty="0"/>
              <a:t>="UTF-8"&gt;</a:t>
            </a:r>
          </a:p>
          <a:p>
            <a:pPr marL="139700" indent="0">
              <a:buNone/>
            </a:pPr>
            <a:r>
              <a:rPr lang="pt-BR" sz="1100" dirty="0"/>
              <a:t>        &lt;link </a:t>
            </a:r>
            <a:r>
              <a:rPr lang="pt-BR" sz="1100" dirty="0" err="1"/>
              <a:t>rel</a:t>
            </a:r>
            <a:r>
              <a:rPr lang="pt-BR" sz="1100" dirty="0"/>
              <a:t>="</a:t>
            </a:r>
            <a:r>
              <a:rPr lang="pt-BR" sz="1100" dirty="0" err="1"/>
              <a:t>stylesheet</a:t>
            </a:r>
            <a:r>
              <a:rPr lang="pt-BR" sz="1100" dirty="0"/>
              <a:t>" </a:t>
            </a:r>
            <a:r>
              <a:rPr lang="pt-BR" sz="1100" dirty="0" err="1"/>
              <a:t>type</a:t>
            </a:r>
            <a:r>
              <a:rPr lang="pt-BR" sz="1100" dirty="0"/>
              <a:t>="</a:t>
            </a:r>
            <a:r>
              <a:rPr lang="pt-BR" sz="1100" dirty="0" err="1"/>
              <a:t>text</a:t>
            </a:r>
            <a:r>
              <a:rPr lang="pt-BR" sz="1100" dirty="0"/>
              <a:t>/</a:t>
            </a:r>
            <a:r>
              <a:rPr lang="pt-BR" sz="1100" dirty="0" err="1"/>
              <a:t>css</a:t>
            </a:r>
            <a:r>
              <a:rPr lang="pt-BR" sz="1100" dirty="0"/>
              <a:t>" </a:t>
            </a:r>
            <a:r>
              <a:rPr lang="pt-BR" sz="1100" dirty="0" err="1"/>
              <a:t>href</a:t>
            </a:r>
            <a:r>
              <a:rPr lang="pt-BR" sz="1100" dirty="0"/>
              <a:t>="C:\</a:t>
            </a:r>
            <a:r>
              <a:rPr lang="pt-BR" sz="1100" dirty="0" err="1"/>
              <a:t>Users</a:t>
            </a:r>
            <a:r>
              <a:rPr lang="pt-BR" sz="1100" dirty="0"/>
              <a:t>\Clodoaldo Bastos\Desktop\CSS\CSS\id.css" /&gt; </a:t>
            </a:r>
          </a:p>
          <a:p>
            <a:pPr marL="139700" indent="0">
              <a:buNone/>
            </a:pPr>
            <a:r>
              <a:rPr lang="pt-BR" sz="1100" dirty="0"/>
              <a:t>    &lt;/</a:t>
            </a:r>
            <a:r>
              <a:rPr lang="pt-BR" sz="1100" dirty="0" err="1"/>
              <a:t>head</a:t>
            </a:r>
            <a:r>
              <a:rPr lang="pt-BR" sz="1100" dirty="0"/>
              <a:t>&gt;</a:t>
            </a:r>
          </a:p>
          <a:p>
            <a:pPr marL="139700" indent="0">
              <a:buNone/>
            </a:pPr>
            <a:r>
              <a:rPr lang="pt-BR" sz="1100" dirty="0"/>
              <a:t>    &lt;</a:t>
            </a:r>
            <a:r>
              <a:rPr lang="pt-BR" sz="1100" dirty="0" err="1"/>
              <a:t>body</a:t>
            </a:r>
            <a:r>
              <a:rPr lang="pt-BR" sz="1100" dirty="0"/>
              <a:t>&gt;</a:t>
            </a:r>
          </a:p>
          <a:p>
            <a:pPr marL="139700" indent="0">
              <a:buNone/>
            </a:pPr>
            <a:r>
              <a:rPr lang="pt-BR" sz="1100" dirty="0"/>
              <a:t>       &lt;p  </a:t>
            </a:r>
            <a:r>
              <a:rPr lang="pt-BR" sz="1100" i="1" dirty="0"/>
              <a:t>id</a:t>
            </a:r>
            <a:r>
              <a:rPr lang="pt-BR" sz="1100" dirty="0"/>
              <a:t>="</a:t>
            </a:r>
            <a:r>
              <a:rPr lang="pt-BR" sz="1100" dirty="0" err="1"/>
              <a:t>conteudo</a:t>
            </a:r>
            <a:r>
              <a:rPr lang="pt-BR" sz="1100" dirty="0"/>
              <a:t>"&gt; &lt;!--O id eu posso aplicar a só um elemento do HTML--&gt;</a:t>
            </a:r>
          </a:p>
          <a:p>
            <a:pPr marL="139700" indent="0">
              <a:buNone/>
            </a:pPr>
            <a:r>
              <a:rPr lang="pt-BR" sz="1100" dirty="0"/>
              <a:t>            Este texto é usando ID para colocar blocos de comandos</a:t>
            </a:r>
          </a:p>
          <a:p>
            <a:pPr marL="139700" indent="0">
              <a:buNone/>
            </a:pPr>
            <a:r>
              <a:rPr lang="pt-BR" sz="1100" dirty="0"/>
              <a:t>        &lt;/p&gt;</a:t>
            </a:r>
          </a:p>
          <a:p>
            <a:pPr marL="139700" indent="0">
              <a:buNone/>
            </a:pPr>
            <a:r>
              <a:rPr lang="pt-BR" sz="1100"/>
              <a:t>       &lt;h1 </a:t>
            </a:r>
            <a:endParaRPr lang="pt-BR" sz="1100" dirty="0"/>
          </a:p>
          <a:p>
            <a:pPr marL="139700" indent="0">
              <a:buNone/>
            </a:pPr>
            <a:r>
              <a:rPr lang="pt-BR" sz="1100" dirty="0"/>
              <a:t>    &lt;/</a:t>
            </a:r>
            <a:r>
              <a:rPr lang="pt-BR" sz="1100" dirty="0" err="1"/>
              <a:t>body</a:t>
            </a:r>
            <a:r>
              <a:rPr lang="pt-BR" sz="1100" dirty="0"/>
              <a:t>&gt;</a:t>
            </a:r>
          </a:p>
          <a:p>
            <a:pPr marL="139700" indent="0">
              <a:buNone/>
            </a:pPr>
            <a:r>
              <a:rPr lang="pt-BR" sz="1100" dirty="0"/>
              <a:t>&lt;/</a:t>
            </a:r>
            <a:r>
              <a:rPr lang="pt-BR" sz="1100" dirty="0" err="1"/>
              <a:t>html</a:t>
            </a:r>
            <a:r>
              <a:rPr lang="pt-BR" sz="1100" dirty="0"/>
              <a:t>&gt;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133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87624" y="411510"/>
            <a:ext cx="6048672" cy="648072"/>
          </a:xfrm>
        </p:spPr>
        <p:txBody>
          <a:bodyPr/>
          <a:lstStyle/>
          <a:p>
            <a:r>
              <a:rPr lang="pt-BR" sz="3200" dirty="0"/>
              <a:t>ID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43608" y="1419622"/>
            <a:ext cx="7344816" cy="2880320"/>
          </a:xfrm>
        </p:spPr>
        <p:txBody>
          <a:bodyPr/>
          <a:lstStyle/>
          <a:p>
            <a:r>
              <a:rPr lang="pt-BR" dirty="0"/>
              <a:t>Vamos primeiro alterar o conteúdo do arquivo fundo.css e observe no código abaixo</a:t>
            </a:r>
          </a:p>
          <a:p>
            <a:pPr marL="139700" indent="0">
              <a:buNone/>
            </a:pPr>
            <a:endParaRPr lang="pt-BR" sz="1200" dirty="0"/>
          </a:p>
          <a:p>
            <a:pPr marL="139700" indent="0">
              <a:buNone/>
            </a:pPr>
            <a:br>
              <a:rPr lang="pt-BR" sz="1200" dirty="0"/>
            </a:br>
            <a:r>
              <a:rPr lang="pt-BR" sz="1200" i="1" dirty="0"/>
              <a:t>#</a:t>
            </a:r>
            <a:r>
              <a:rPr lang="pt-BR" sz="1200" i="1" dirty="0" err="1"/>
              <a:t>conteudo</a:t>
            </a:r>
            <a:r>
              <a:rPr lang="pt-BR" sz="1200" dirty="0"/>
              <a:t> {background-color: </a:t>
            </a:r>
            <a:r>
              <a:rPr lang="pt-BR" sz="1200" dirty="0" err="1"/>
              <a:t>yellow</a:t>
            </a:r>
            <a:r>
              <a:rPr lang="pt-BR" sz="1200" dirty="0"/>
              <a:t>; </a:t>
            </a:r>
            <a:r>
              <a:rPr lang="pt-BR" sz="1200" dirty="0" err="1"/>
              <a:t>padding</a:t>
            </a:r>
            <a:r>
              <a:rPr lang="pt-BR" sz="1200" dirty="0"/>
              <a:t>: 20px; color: </a:t>
            </a:r>
            <a:r>
              <a:rPr lang="pt-BR" sz="1200" dirty="0" err="1"/>
              <a:t>green</a:t>
            </a:r>
            <a:r>
              <a:rPr lang="pt-BR" sz="1200" dirty="0"/>
              <a:t>;}</a:t>
            </a:r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768492"/>
      </p:ext>
    </p:extLst>
  </p:cSld>
  <p:clrMapOvr>
    <a:masterClrMapping/>
  </p:clrMapOvr>
</p:sld>
</file>

<file path=ppt/theme/theme1.xml><?xml version="1.0" encoding="utf-8"?>
<a:theme xmlns:a="http://schemas.openxmlformats.org/drawingml/2006/main" name="Mutius template">
  <a:themeElements>
    <a:clrScheme name="Custom 347">
      <a:dk1>
        <a:srgbClr val="11191F"/>
      </a:dk1>
      <a:lt1>
        <a:srgbClr val="FFFFFF"/>
      </a:lt1>
      <a:dk2>
        <a:srgbClr val="97A5C2"/>
      </a:dk2>
      <a:lt2>
        <a:srgbClr val="E6E6EC"/>
      </a:lt2>
      <a:accent1>
        <a:srgbClr val="11191F"/>
      </a:accent1>
      <a:accent2>
        <a:srgbClr val="525666"/>
      </a:accent2>
      <a:accent3>
        <a:srgbClr val="757B96"/>
      </a:accent3>
      <a:accent4>
        <a:srgbClr val="9CA1B6"/>
      </a:accent4>
      <a:accent5>
        <a:srgbClr val="CC5900"/>
      </a:accent5>
      <a:accent6>
        <a:srgbClr val="FF8800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ea732-a098-4257-a054-af1a10a0bbf7" xsi:nil="true"/>
    <lcf76f155ced4ddcb4097134ff3c332f xmlns="e1b5fafe-7b14-443c-b645-cb12302d210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56849C-70D9-4322-8967-6A69AF5617C9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cd2a4b3d-c1b1-48be-9250-b475cc726fc3"/>
    <ds:schemaRef ds:uri="http://schemas.openxmlformats.org/package/2006/metadata/core-properties"/>
    <ds:schemaRef ds:uri="http://www.w3.org/XML/1998/namespace"/>
    <ds:schemaRef ds:uri="ff9ea732-a098-4257-a054-af1a10a0bbf7"/>
    <ds:schemaRef ds:uri="e1b5fafe-7b14-443c-b645-cb12302d210a"/>
  </ds:schemaRefs>
</ds:datastoreItem>
</file>

<file path=customXml/itemProps2.xml><?xml version="1.0" encoding="utf-8"?>
<ds:datastoreItem xmlns:ds="http://schemas.openxmlformats.org/officeDocument/2006/customXml" ds:itemID="{550E4584-3B93-4D6F-BF7B-6EFE66C8FE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b5fafe-7b14-443c-b645-cb12302d210a"/>
    <ds:schemaRef ds:uri="ff9ea732-a098-4257-a054-af1a10a0bb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74065-AC87-4C75-85EB-724D638796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206</Words>
  <Application>Microsoft Office PowerPoint</Application>
  <PresentationFormat>Apresentação na tela (16:9)</PresentationFormat>
  <Paragraphs>29</Paragraphs>
  <Slides>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Mutius template</vt:lpstr>
      <vt:lpstr>TRABALHANDO COM IMAGENS DE FUNDO</vt:lpstr>
      <vt:lpstr>DEFINIÇÃO PARA ID</vt:lpstr>
      <vt:lpstr>Agora vamos criar um novo arquivo chamado id.html</vt:lpstr>
      <vt:lpstr>ID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 E CLASS</dc:title>
  <dc:creator>Clodoaldo Bastos</dc:creator>
  <cp:lastModifiedBy>Clodoaldo Pinheiro Bastos</cp:lastModifiedBy>
  <cp:revision>10</cp:revision>
  <dcterms:modified xsi:type="dcterms:W3CDTF">2024-04-03T18:19:06Z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0x0101009240BEC7DF9F284C98F5F79E560B3981</vt:lpwstr>
  </property>
  <property fmtid="{D5CDD505-2E9C-101B-9397-08002B2CF9AE}" pid="3" name="MediaServiceImageTags">
    <vt:lpwstr/>
  </property>
</Properties>
</file>