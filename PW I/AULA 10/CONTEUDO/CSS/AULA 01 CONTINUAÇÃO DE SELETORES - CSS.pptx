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3"/>
  </p:sldMasterIdLst>
  <p:notesMasterIdLst>
    <p:notesMasterId r:id="rId10"/>
  </p:notesMasterIdLst>
  <p:sldIdLst>
    <p:sldId id="256" r:id="rId4"/>
    <p:sldId id="283" r:id="rId5"/>
    <p:sldId id="257" r:id="rId6"/>
    <p:sldId id="284" r:id="rId7"/>
    <p:sldId id="285" r:id="rId8"/>
    <p:sldId id="286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88402A-0062-F906-D457-A8E19526F75D}" v="1" dt="2024-04-04T00:05:04.111"/>
  </p1510:revLst>
</p1510:revInfo>
</file>

<file path=ppt/tableStyles.xml><?xml version="1.0" encoding="utf-8"?>
<a:tblStyleLst xmlns:a="http://schemas.openxmlformats.org/drawingml/2006/main" def="{D4260881-3FBC-4ED7-A1DA-9607C6427346}">
  <a:tblStyle styleId="{D4260881-3FBC-4ED7-A1DA-9607C64273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75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 SOUZA" userId="S::diogo.souza107@etec.sp.gov.br::af7ad0fe-162f-474a-8042-e2d42da0f4bf" providerId="AD" clId="Web-{5788402A-0062-F906-D457-A8E19526F75D}"/>
    <pc:docChg chg="modSld">
      <pc:chgData name="DIOGO SOUZA" userId="S::diogo.souza107@etec.sp.gov.br::af7ad0fe-162f-474a-8042-e2d42da0f4bf" providerId="AD" clId="Web-{5788402A-0062-F906-D457-A8E19526F75D}" dt="2024-04-04T00:05:04.111" v="0" actId="1076"/>
      <pc:docMkLst>
        <pc:docMk/>
      </pc:docMkLst>
      <pc:sldChg chg="modSp">
        <pc:chgData name="DIOGO SOUZA" userId="S::diogo.souza107@etec.sp.gov.br::af7ad0fe-162f-474a-8042-e2d42da0f4bf" providerId="AD" clId="Web-{5788402A-0062-F906-D457-A8E19526F75D}" dt="2024-04-04T00:05:04.111" v="0" actId="1076"/>
        <pc:sldMkLst>
          <pc:docMk/>
          <pc:sldMk cId="0" sldId="257"/>
        </pc:sldMkLst>
        <pc:spChg chg="mod">
          <ac:chgData name="DIOGO SOUZA" userId="S::diogo.souza107@etec.sp.gov.br::af7ad0fe-162f-474a-8042-e2d42da0f4bf" providerId="AD" clId="Web-{5788402A-0062-F906-D457-A8E19526F75D}" dt="2024-04-04T00:05:04.111" v="0" actId="1076"/>
          <ac:spMkLst>
            <pc:docMk/>
            <pc:sldMk cId="0" sldId="257"/>
            <ac:spMk id="6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50235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743850"/>
            <a:ext cx="5796900" cy="115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457200" y="1428750"/>
            <a:ext cx="2924700" cy="31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3558095" y="1428750"/>
            <a:ext cx="2924700" cy="31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7DFFB1"/>
            </a:gs>
            <a:gs pos="12000">
              <a:srgbClr val="00AAC6"/>
            </a:gs>
            <a:gs pos="51000">
              <a:srgbClr val="0037B3"/>
            </a:gs>
            <a:gs pos="100000">
              <a:srgbClr val="00001A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6025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428748"/>
            <a:ext cx="6025500" cy="3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lvl="2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lvl="3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lvl="4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lvl="5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lvl="6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lvl="7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lvl="8" algn="r">
              <a:buNone/>
              <a:defRPr sz="1300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ctrTitle"/>
          </p:nvPr>
        </p:nvSpPr>
        <p:spPr>
          <a:xfrm>
            <a:off x="685800" y="743850"/>
            <a:ext cx="6694512" cy="115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AGRUPAMENTO DE </a:t>
            </a:r>
            <a:br>
              <a:rPr lang="en" dirty="0"/>
            </a:br>
            <a:r>
              <a:rPr lang="en" dirty="0"/>
              <a:t>SELETORES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395536" y="195486"/>
            <a:ext cx="8507288" cy="64807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/>
            <a:r>
              <a:rPr lang="en" sz="1600" dirty="0"/>
              <a:t>Vamos criar um novo arquivo na pasta html. O arquivo vai se chamar seletoresagrupados.html</a:t>
            </a:r>
            <a:endParaRPr sz="1600" dirty="0"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467544" y="699542"/>
            <a:ext cx="8280920" cy="48245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sz="1400" dirty="0"/>
              <a:t>Código e texto do arquivo</a:t>
            </a:r>
          </a:p>
          <a:p>
            <a:pPr marL="76200" indent="0" algn="just">
              <a:buNone/>
            </a:pPr>
            <a:r>
              <a:rPr lang="pt-BR" sz="1000" dirty="0"/>
              <a:t>&lt;</a:t>
            </a:r>
            <a:r>
              <a:rPr lang="pt-BR" sz="1000" dirty="0" err="1"/>
              <a:t>html</a:t>
            </a:r>
            <a:r>
              <a:rPr lang="pt-BR" sz="1000" dirty="0"/>
              <a:t>&gt;</a:t>
            </a:r>
          </a:p>
          <a:p>
            <a:pPr marL="76200" indent="0" algn="just">
              <a:buNone/>
            </a:pPr>
            <a:r>
              <a:rPr lang="pt-BR" sz="1000" dirty="0"/>
              <a:t>    &lt;</a:t>
            </a:r>
            <a:r>
              <a:rPr lang="pt-BR" sz="1000" dirty="0" err="1"/>
              <a:t>head</a:t>
            </a:r>
            <a:r>
              <a:rPr lang="pt-BR" sz="1000" dirty="0"/>
              <a:t>&gt;</a:t>
            </a:r>
          </a:p>
          <a:p>
            <a:pPr marL="76200" indent="0" algn="just">
              <a:buNone/>
            </a:pPr>
            <a:r>
              <a:rPr lang="pt-BR" sz="1000" dirty="0"/>
              <a:t>        &lt;</a:t>
            </a:r>
            <a:r>
              <a:rPr lang="pt-BR" sz="1000" dirty="0" err="1"/>
              <a:t>title</a:t>
            </a:r>
            <a:r>
              <a:rPr lang="pt-BR" sz="1000" dirty="0"/>
              <a:t>&gt; Seletores agrupados &lt;/</a:t>
            </a:r>
            <a:r>
              <a:rPr lang="pt-BR" sz="1000" dirty="0" err="1"/>
              <a:t>title</a:t>
            </a:r>
            <a:r>
              <a:rPr lang="pt-BR" sz="1000" dirty="0"/>
              <a:t>&gt;</a:t>
            </a:r>
          </a:p>
          <a:p>
            <a:pPr marL="76200" indent="0" algn="just">
              <a:buNone/>
            </a:pPr>
            <a:r>
              <a:rPr lang="pt-BR" sz="1000" dirty="0"/>
              <a:t>        &lt;meta </a:t>
            </a:r>
            <a:r>
              <a:rPr lang="pt-BR" sz="1000" dirty="0" err="1"/>
              <a:t>charset</a:t>
            </a:r>
            <a:r>
              <a:rPr lang="pt-BR" sz="1000" dirty="0"/>
              <a:t>="UTF-8"&gt;</a:t>
            </a:r>
          </a:p>
          <a:p>
            <a:pPr marL="76200" indent="0" algn="just">
              <a:buNone/>
            </a:pPr>
            <a:r>
              <a:rPr lang="pt-BR" sz="1000" dirty="0"/>
              <a:t>        &lt;link </a:t>
            </a:r>
            <a:r>
              <a:rPr lang="pt-BR" sz="1000" dirty="0" err="1"/>
              <a:t>rel</a:t>
            </a:r>
            <a:r>
              <a:rPr lang="pt-BR" sz="1000" dirty="0"/>
              <a:t>="</a:t>
            </a:r>
            <a:r>
              <a:rPr lang="pt-BR" sz="1000" dirty="0" err="1"/>
              <a:t>stylesheet</a:t>
            </a:r>
            <a:r>
              <a:rPr lang="pt-BR" sz="1000" dirty="0"/>
              <a:t>" </a:t>
            </a:r>
            <a:r>
              <a:rPr lang="pt-BR" sz="1000" dirty="0" err="1"/>
              <a:t>type</a:t>
            </a:r>
            <a:r>
              <a:rPr lang="pt-BR" sz="1000" dirty="0"/>
              <a:t>="</a:t>
            </a:r>
            <a:r>
              <a:rPr lang="pt-BR" sz="1000" dirty="0" err="1"/>
              <a:t>text</a:t>
            </a:r>
            <a:r>
              <a:rPr lang="pt-BR" sz="1000" dirty="0"/>
              <a:t>/</a:t>
            </a:r>
            <a:r>
              <a:rPr lang="pt-BR" sz="1000" dirty="0" err="1"/>
              <a:t>css</a:t>
            </a:r>
            <a:r>
              <a:rPr lang="pt-BR" sz="1000" dirty="0"/>
              <a:t>" </a:t>
            </a:r>
            <a:r>
              <a:rPr lang="pt-BR" sz="1000" dirty="0" err="1"/>
              <a:t>href</a:t>
            </a:r>
            <a:r>
              <a:rPr lang="pt-BR" sz="1000" dirty="0"/>
              <a:t>="C:\</a:t>
            </a:r>
            <a:r>
              <a:rPr lang="pt-BR" sz="1000" dirty="0" err="1"/>
              <a:t>Users</a:t>
            </a:r>
            <a:r>
              <a:rPr lang="pt-BR" sz="1000" dirty="0"/>
              <a:t>\Clodoaldo Bastos\Desktop\CSS\CSS\style.css" /&gt; </a:t>
            </a:r>
          </a:p>
          <a:p>
            <a:pPr marL="76200" indent="0" algn="just">
              <a:buNone/>
            </a:pPr>
            <a:r>
              <a:rPr lang="pt-BR" sz="1000" dirty="0"/>
              <a:t>    &lt;/</a:t>
            </a:r>
            <a:r>
              <a:rPr lang="pt-BR" sz="1000" dirty="0" err="1"/>
              <a:t>head</a:t>
            </a:r>
            <a:r>
              <a:rPr lang="pt-BR" sz="1000" dirty="0"/>
              <a:t>&gt;</a:t>
            </a:r>
          </a:p>
          <a:p>
            <a:pPr marL="76200" indent="0" algn="just">
              <a:buNone/>
            </a:pPr>
            <a:r>
              <a:rPr lang="pt-BR" sz="1000" dirty="0"/>
              <a:t>    &lt;</a:t>
            </a:r>
            <a:r>
              <a:rPr lang="pt-BR" sz="1000" dirty="0" err="1"/>
              <a:t>body</a:t>
            </a:r>
            <a:r>
              <a:rPr lang="pt-BR" sz="1000" dirty="0"/>
              <a:t>&gt;</a:t>
            </a:r>
          </a:p>
          <a:p>
            <a:pPr marL="76200" indent="0" algn="just">
              <a:buNone/>
            </a:pPr>
            <a:r>
              <a:rPr lang="pt-BR" sz="1000" dirty="0"/>
              <a:t>        &lt;h1&gt; Agrupamento de seletores &lt;/h1&gt;</a:t>
            </a:r>
          </a:p>
          <a:p>
            <a:pPr marL="76200" indent="0" algn="just">
              <a:buNone/>
            </a:pPr>
            <a:r>
              <a:rPr lang="pt-BR" sz="1000" dirty="0"/>
              <a:t>        &lt;h2&gt; Aprendendo sobre CSS &lt;/h2&gt;</a:t>
            </a:r>
          </a:p>
          <a:p>
            <a:pPr marL="76200" indent="0" algn="just">
              <a:buNone/>
            </a:pPr>
            <a:r>
              <a:rPr lang="pt-BR" sz="1000" dirty="0"/>
              <a:t>        &lt;p&gt;</a:t>
            </a:r>
          </a:p>
          <a:p>
            <a:pPr marL="76200" indent="0" algn="just">
              <a:buNone/>
            </a:pPr>
            <a:r>
              <a:rPr lang="pt-BR" sz="1000" dirty="0"/>
              <a:t>            Nesse exemplo vamos aprender a agrupar seletores. Espero que entendam e consigam fazer.</a:t>
            </a:r>
          </a:p>
          <a:p>
            <a:pPr marL="76200" indent="0" algn="just">
              <a:buNone/>
            </a:pPr>
            <a:r>
              <a:rPr lang="pt-BR" sz="1000" dirty="0"/>
              <a:t>        &lt;/p&gt;</a:t>
            </a:r>
          </a:p>
          <a:p>
            <a:pPr marL="76200" indent="0" algn="just">
              <a:buNone/>
            </a:pPr>
            <a:r>
              <a:rPr lang="pt-BR" sz="1000" dirty="0"/>
              <a:t>    &lt;/</a:t>
            </a:r>
            <a:r>
              <a:rPr lang="pt-BR" sz="1000" dirty="0" err="1"/>
              <a:t>body</a:t>
            </a:r>
            <a:r>
              <a:rPr lang="pt-BR" sz="1000" dirty="0"/>
              <a:t>&gt;</a:t>
            </a:r>
          </a:p>
          <a:p>
            <a:pPr marL="76200" indent="0" algn="just">
              <a:buNone/>
            </a:pPr>
            <a:r>
              <a:rPr lang="pt-BR" sz="1000" dirty="0"/>
              <a:t>&lt;/</a:t>
            </a:r>
            <a:r>
              <a:rPr lang="pt-BR" sz="1000" dirty="0" err="1"/>
              <a:t>html</a:t>
            </a:r>
            <a:r>
              <a:rPr lang="pt-BR" sz="1000" dirty="0"/>
              <a:t>&gt;</a:t>
            </a:r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lang="en" dirty="0"/>
          </a:p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dirty="0"/>
              <a:t>Obs.: Repare que nesse exemplo só foi alterado o body</a:t>
            </a:r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2845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8507288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Agora vamos alterar o arquivo style.css</a:t>
            </a:r>
            <a:endParaRPr dirty="0"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317021" y="1407184"/>
            <a:ext cx="8507288" cy="193508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/>
              <a:t>Código:</a:t>
            </a:r>
          </a:p>
          <a:p>
            <a:pPr marL="101600" indent="0">
              <a:buNone/>
            </a:pPr>
            <a:r>
              <a:rPr lang="pt-BR" sz="1200" dirty="0"/>
              <a:t>h1{</a:t>
            </a:r>
          </a:p>
          <a:p>
            <a:pPr marL="101600" indent="0">
              <a:buNone/>
            </a:pPr>
            <a:r>
              <a:rPr lang="pt-BR" sz="1200" dirty="0"/>
              <a:t>	</a:t>
            </a:r>
            <a:r>
              <a:rPr lang="pt-BR" sz="1200" dirty="0" err="1"/>
              <a:t>color:blue</a:t>
            </a:r>
            <a:r>
              <a:rPr lang="pt-BR" sz="1200" dirty="0"/>
              <a:t>; </a:t>
            </a:r>
            <a:r>
              <a:rPr lang="pt-BR" sz="1200" dirty="0" err="1"/>
              <a:t>font-size</a:t>
            </a:r>
            <a:r>
              <a:rPr lang="pt-BR" sz="1200" dirty="0"/>
              <a:t>: 60px; </a:t>
            </a:r>
            <a:r>
              <a:rPr lang="pt-BR" sz="1200" dirty="0" err="1"/>
              <a:t>font-family</a:t>
            </a:r>
            <a:r>
              <a:rPr lang="pt-BR" sz="1200" dirty="0"/>
              <a:t>: </a:t>
            </a:r>
            <a:r>
              <a:rPr lang="pt-BR" sz="1200" dirty="0" err="1"/>
              <a:t>Tahoma</a:t>
            </a:r>
            <a:r>
              <a:rPr lang="pt-BR" sz="1200" dirty="0"/>
              <a:t>; </a:t>
            </a:r>
            <a:r>
              <a:rPr lang="pt-BR" sz="1200" dirty="0" err="1"/>
              <a:t>text-align</a:t>
            </a:r>
            <a:r>
              <a:rPr lang="pt-BR" sz="1200" dirty="0"/>
              <a:t>: center;</a:t>
            </a:r>
          </a:p>
          <a:p>
            <a:pPr marL="101600" indent="0">
              <a:buNone/>
            </a:pPr>
            <a:r>
              <a:rPr lang="pt-BR" sz="1200" dirty="0"/>
              <a:t>}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2"/>
          </p:nvPr>
        </p:nvSpPr>
        <p:spPr>
          <a:xfrm>
            <a:off x="457200" y="3448725"/>
            <a:ext cx="6025500" cy="114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/>
              <a:t>Repare que por enquanto somente alteramos a propriedade de h1.</a:t>
            </a:r>
            <a:endParaRPr sz="1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 dirty="0"/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8507288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Agora se eu quisesse aplicar as mesmas formatações para h2 e para o p (paragrafo</a:t>
            </a:r>
            <a:endParaRPr sz="2800" dirty="0"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457200" y="1428750"/>
            <a:ext cx="8507288" cy="193508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dirty="0"/>
              <a:t>Código:</a:t>
            </a:r>
          </a:p>
          <a:p>
            <a:pPr marL="101600" indent="0">
              <a:buNone/>
            </a:pPr>
            <a:r>
              <a:rPr lang="pt-BR" sz="1200" dirty="0"/>
              <a:t>h1{</a:t>
            </a:r>
          </a:p>
          <a:p>
            <a:pPr marL="101600" indent="0">
              <a:buNone/>
            </a:pPr>
            <a:r>
              <a:rPr lang="pt-BR" sz="1200" dirty="0"/>
              <a:t>	</a:t>
            </a:r>
            <a:r>
              <a:rPr lang="pt-BR" sz="1200" dirty="0" err="1"/>
              <a:t>color:blue</a:t>
            </a:r>
            <a:r>
              <a:rPr lang="pt-BR" sz="1200" dirty="0"/>
              <a:t>; </a:t>
            </a:r>
            <a:r>
              <a:rPr lang="pt-BR" sz="1200" dirty="0" err="1"/>
              <a:t>font-size</a:t>
            </a:r>
            <a:r>
              <a:rPr lang="pt-BR" sz="1200" dirty="0"/>
              <a:t>: 60px; </a:t>
            </a:r>
            <a:r>
              <a:rPr lang="pt-BR" sz="1200" dirty="0" err="1"/>
              <a:t>font-family</a:t>
            </a:r>
            <a:r>
              <a:rPr lang="pt-BR" sz="1200" dirty="0"/>
              <a:t>: </a:t>
            </a:r>
            <a:r>
              <a:rPr lang="pt-BR" sz="1200" dirty="0" err="1"/>
              <a:t>Tahoma</a:t>
            </a:r>
            <a:r>
              <a:rPr lang="pt-BR" sz="1200" dirty="0"/>
              <a:t>; </a:t>
            </a:r>
            <a:r>
              <a:rPr lang="pt-BR" sz="1200" dirty="0" err="1"/>
              <a:t>text-align</a:t>
            </a:r>
            <a:r>
              <a:rPr lang="pt-BR" sz="1200" dirty="0"/>
              <a:t>: center;</a:t>
            </a:r>
          </a:p>
          <a:p>
            <a:pPr marL="101600" indent="0">
              <a:buNone/>
            </a:pPr>
            <a:r>
              <a:rPr lang="pt-BR" sz="1200" dirty="0"/>
              <a:t>}</a:t>
            </a:r>
          </a:p>
          <a:p>
            <a:pPr marL="101600" indent="0">
              <a:buNone/>
            </a:pPr>
            <a:r>
              <a:rPr lang="pt-BR" sz="1200" dirty="0"/>
              <a:t>h2{</a:t>
            </a:r>
          </a:p>
          <a:p>
            <a:pPr marL="101600" indent="0">
              <a:buNone/>
            </a:pPr>
            <a:r>
              <a:rPr lang="pt-BR" sz="1200" dirty="0"/>
              <a:t>	</a:t>
            </a:r>
            <a:r>
              <a:rPr lang="pt-BR" sz="1200" dirty="0" err="1"/>
              <a:t>color:blue</a:t>
            </a:r>
            <a:r>
              <a:rPr lang="pt-BR" sz="1200" dirty="0"/>
              <a:t>; </a:t>
            </a:r>
            <a:r>
              <a:rPr lang="pt-BR" sz="1200" dirty="0" err="1"/>
              <a:t>font-size</a:t>
            </a:r>
            <a:r>
              <a:rPr lang="pt-BR" sz="1200" dirty="0"/>
              <a:t>: 60px; </a:t>
            </a:r>
            <a:r>
              <a:rPr lang="pt-BR" sz="1200" dirty="0" err="1"/>
              <a:t>font-family</a:t>
            </a:r>
            <a:r>
              <a:rPr lang="pt-BR" sz="1200" dirty="0"/>
              <a:t>: </a:t>
            </a:r>
            <a:r>
              <a:rPr lang="pt-BR" sz="1200" dirty="0" err="1"/>
              <a:t>Tahoma</a:t>
            </a:r>
            <a:r>
              <a:rPr lang="pt-BR" sz="1200" dirty="0"/>
              <a:t>; </a:t>
            </a:r>
            <a:r>
              <a:rPr lang="pt-BR" sz="1200" dirty="0" err="1"/>
              <a:t>text-align</a:t>
            </a:r>
            <a:r>
              <a:rPr lang="pt-BR" sz="1200" dirty="0"/>
              <a:t>: center;</a:t>
            </a:r>
          </a:p>
          <a:p>
            <a:pPr marL="101600" indent="0">
              <a:buNone/>
            </a:pPr>
            <a:r>
              <a:rPr lang="pt-BR" sz="1200" dirty="0"/>
              <a:t>}</a:t>
            </a:r>
          </a:p>
          <a:p>
            <a:pPr marL="101600" indent="0">
              <a:buNone/>
            </a:pPr>
            <a:r>
              <a:rPr lang="pt-BR" sz="1200" dirty="0"/>
              <a:t>p{</a:t>
            </a:r>
          </a:p>
          <a:p>
            <a:pPr marL="101600" indent="0">
              <a:buNone/>
            </a:pPr>
            <a:r>
              <a:rPr lang="pt-BR" sz="1200" dirty="0"/>
              <a:t>	</a:t>
            </a:r>
            <a:r>
              <a:rPr lang="pt-BR" sz="1200" dirty="0" err="1"/>
              <a:t>color:blue</a:t>
            </a:r>
            <a:r>
              <a:rPr lang="pt-BR" sz="1200" dirty="0"/>
              <a:t>; </a:t>
            </a:r>
            <a:r>
              <a:rPr lang="pt-BR" sz="1200" dirty="0" err="1"/>
              <a:t>font-size</a:t>
            </a:r>
            <a:r>
              <a:rPr lang="pt-BR" sz="1200" dirty="0"/>
              <a:t>: 60px; </a:t>
            </a:r>
            <a:r>
              <a:rPr lang="pt-BR" sz="1200" dirty="0" err="1"/>
              <a:t>font-family</a:t>
            </a:r>
            <a:r>
              <a:rPr lang="pt-BR" sz="1200" dirty="0"/>
              <a:t>: </a:t>
            </a:r>
            <a:r>
              <a:rPr lang="pt-BR" sz="1200" dirty="0" err="1"/>
              <a:t>Tahoma</a:t>
            </a:r>
            <a:r>
              <a:rPr lang="pt-BR" sz="1200" dirty="0"/>
              <a:t>; </a:t>
            </a:r>
            <a:r>
              <a:rPr lang="pt-BR" sz="1200" dirty="0" err="1"/>
              <a:t>text-align</a:t>
            </a:r>
            <a:r>
              <a:rPr lang="pt-BR" sz="1200" dirty="0"/>
              <a:t>: center;</a:t>
            </a:r>
          </a:p>
          <a:p>
            <a:pPr marL="101600" indent="0">
              <a:buNone/>
            </a:pPr>
            <a:r>
              <a:rPr lang="pt-BR" sz="1200" dirty="0"/>
              <a:t>}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</p:txBody>
      </p:sp>
      <p:sp>
        <p:nvSpPr>
          <p:cNvPr id="63" name="Google Shape;63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3" name="CaixaDeTexto 2"/>
          <p:cNvSpPr txBox="1"/>
          <p:nvPr/>
        </p:nvSpPr>
        <p:spPr>
          <a:xfrm>
            <a:off x="395536" y="4227934"/>
            <a:ext cx="84249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Veja foi necessário criar várias linhas para se ter o mesmo resultado, então para evitar isso nós fazemos o agrupamento de seletores. O que faremos é declarar o seletores separados por vírgulas.</a:t>
            </a:r>
          </a:p>
          <a:p>
            <a:r>
              <a:rPr lang="pt-BR" dirty="0">
                <a:solidFill>
                  <a:schemeClr val="bg1"/>
                </a:solidFill>
              </a:rPr>
              <a:t>Veja o código no próximo slide:</a:t>
            </a:r>
          </a:p>
        </p:txBody>
      </p:sp>
    </p:spTree>
    <p:extLst>
      <p:ext uri="{BB962C8B-B14F-4D97-AF65-F5344CB8AC3E}">
        <p14:creationId xmlns:p14="http://schemas.microsoft.com/office/powerpoint/2010/main" val="2870343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e resultado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428750"/>
            <a:ext cx="8435280" cy="1431032"/>
          </a:xfrm>
        </p:spPr>
        <p:txBody>
          <a:bodyPr/>
          <a:lstStyle/>
          <a:p>
            <a:pPr marL="101600" indent="0">
              <a:buNone/>
            </a:pPr>
            <a:r>
              <a:rPr lang="pt-BR" dirty="0"/>
              <a:t>h1, h2, p{</a:t>
            </a:r>
          </a:p>
          <a:p>
            <a:pPr marL="101600" indent="0">
              <a:buNone/>
            </a:pPr>
            <a:r>
              <a:rPr lang="pt-BR" dirty="0"/>
              <a:t>    </a:t>
            </a:r>
            <a:r>
              <a:rPr lang="pt-BR" dirty="0" err="1"/>
              <a:t>color:blue</a:t>
            </a:r>
            <a:r>
              <a:rPr lang="pt-BR" dirty="0"/>
              <a:t>; </a:t>
            </a:r>
            <a:r>
              <a:rPr lang="pt-BR" dirty="0" err="1"/>
              <a:t>font-size</a:t>
            </a:r>
            <a:r>
              <a:rPr lang="pt-BR" dirty="0"/>
              <a:t>: 60px; </a:t>
            </a:r>
            <a:r>
              <a:rPr lang="pt-BR" dirty="0" err="1"/>
              <a:t>font-family</a:t>
            </a:r>
            <a:r>
              <a:rPr lang="pt-BR" dirty="0"/>
              <a:t>: </a:t>
            </a:r>
            <a:r>
              <a:rPr lang="pt-BR" dirty="0" err="1"/>
              <a:t>Tahoma</a:t>
            </a:r>
            <a:r>
              <a:rPr lang="pt-BR" dirty="0"/>
              <a:t>; </a:t>
            </a:r>
            <a:r>
              <a:rPr lang="pt-BR" dirty="0" err="1"/>
              <a:t>text-align</a:t>
            </a:r>
            <a:r>
              <a:rPr lang="pt-BR" dirty="0"/>
              <a:t>: center;</a:t>
            </a:r>
          </a:p>
          <a:p>
            <a:pPr marL="101600" indent="0">
              <a:buNone/>
            </a:pPr>
            <a:r>
              <a:rPr lang="pt-BR" dirty="0"/>
              <a:t>}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  <p:pic>
        <p:nvPicPr>
          <p:cNvPr id="6" name="Imagem 5" descr="Recorte de Te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3003798"/>
            <a:ext cx="6804248" cy="177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723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355726"/>
            <a:ext cx="8219256" cy="857400"/>
          </a:xfrm>
        </p:spPr>
        <p:txBody>
          <a:bodyPr/>
          <a:lstStyle/>
          <a:p>
            <a:r>
              <a:rPr lang="pt-BR" dirty="0"/>
              <a:t>AGORA É COM VOCÊ APLIQUE OS SELETORES NO EXERCÍCIO SOLICITADO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0948585"/>
      </p:ext>
    </p:extLst>
  </p:cSld>
  <p:clrMapOvr>
    <a:masterClrMapping/>
  </p:clrMapOvr>
</p:sld>
</file>

<file path=ppt/theme/theme1.xml><?xml version="1.0" encoding="utf-8"?>
<a:theme xmlns:a="http://schemas.openxmlformats.org/drawingml/2006/main" name="Ninacor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B7C9DE-1C32-42B4-844B-C7448D9067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022846-6132-4D48-97BD-DDE3282AE4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b5fafe-7b14-443c-b645-cb12302d210a"/>
    <ds:schemaRef ds:uri="ff9ea732-a098-4257-a054-af1a10a0bb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237</Words>
  <Application>Microsoft Office PowerPoint</Application>
  <PresentationFormat>Apresentação na tela (16:9)</PresentationFormat>
  <Paragraphs>48</Paragraphs>
  <Slides>6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Ninacor template</vt:lpstr>
      <vt:lpstr>AGRUPAMENTO DE  SELETORES</vt:lpstr>
      <vt:lpstr>Vamos criar um novo arquivo na pasta html. O arquivo vai se chamar seletoresagrupados.html</vt:lpstr>
      <vt:lpstr>Agora vamos alterar o arquivo style.css</vt:lpstr>
      <vt:lpstr>Agora se eu quisesse aplicar as mesmas formatações para h2 e para o p (paragrafo</vt:lpstr>
      <vt:lpstr>Código e resultado</vt:lpstr>
      <vt:lpstr>AGORA É COM VOCÊ APLIQUE OS SELETORES NO EXERCÍCIO SOLICITADO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Clodoaldo Bastos</dc:creator>
  <cp:lastModifiedBy>Clodoaldo Bastos</cp:lastModifiedBy>
  <cp:revision>6</cp:revision>
  <dcterms:modified xsi:type="dcterms:W3CDTF">2024-04-04T00:05:04Z</dcterms:modified>
</cp:coreProperties>
</file>