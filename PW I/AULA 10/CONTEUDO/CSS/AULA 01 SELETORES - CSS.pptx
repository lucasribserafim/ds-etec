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>
      <p:cViewPr varScale="1">
        <p:scale>
          <a:sx n="72" d="100"/>
          <a:sy n="72" d="100"/>
        </p:scale>
        <p:origin x="498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7868" y="2204864"/>
            <a:ext cx="10360501" cy="1223963"/>
          </a:xfrm>
        </p:spPr>
        <p:txBody>
          <a:bodyPr/>
          <a:lstStyle/>
          <a:p>
            <a:pPr algn="ctr"/>
            <a:r>
              <a:rPr lang="pt-BR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25995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SELETORES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pasta </a:t>
            </a:r>
            <a:r>
              <a:rPr lang="pt-BR" dirty="0" err="1"/>
              <a:t>html</a:t>
            </a:r>
            <a:r>
              <a:rPr lang="pt-BR" dirty="0"/>
              <a:t> crie agora um novo arquivo </a:t>
            </a:r>
            <a:r>
              <a:rPr lang="pt-BR" dirty="0" err="1"/>
              <a:t>html</a:t>
            </a:r>
            <a:r>
              <a:rPr lang="pt-BR" dirty="0"/>
              <a:t> chamado seletores.html</a:t>
            </a:r>
          </a:p>
          <a:p>
            <a:r>
              <a:rPr lang="pt-BR" dirty="0"/>
              <a:t>Vamos continuar usando o mesmo arquivo style.css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760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570187"/>
          </a:xfrm>
        </p:spPr>
        <p:txBody>
          <a:bodyPr>
            <a:noAutofit/>
          </a:bodyPr>
          <a:lstStyle/>
          <a:p>
            <a:r>
              <a:rPr lang="pt-BR" sz="2400" dirty="0"/>
              <a:t>Seletor universal: * </a:t>
            </a:r>
            <a:br>
              <a:rPr lang="pt-BR" sz="2400" dirty="0"/>
            </a:br>
            <a:r>
              <a:rPr lang="pt-BR" sz="2400" dirty="0"/>
              <a:t>Obs.: No nosso exemplo tudo que for fora do h1 assume a configuração do seletor universal.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cap="none" dirty="0"/>
              <a:t>seletor.html</a:t>
            </a:r>
            <a:r>
              <a:rPr lang="pt-BR" dirty="0"/>
              <a:t>	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cap="none" dirty="0"/>
              <a:t>style.css</a:t>
            </a:r>
            <a:endParaRPr lang="pt-BR" dirty="0"/>
          </a:p>
        </p:txBody>
      </p:sp>
      <p:pic>
        <p:nvPicPr>
          <p:cNvPr id="10" name="Espaço Reservado para Conteúdo 9" descr="Recorte de Tela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813" y="2780928"/>
            <a:ext cx="5078412" cy="3384376"/>
          </a:xfrm>
        </p:spPr>
      </p:pic>
      <p:pic>
        <p:nvPicPr>
          <p:cNvPr id="9" name="Espaço Reservado para Conteúdo 8" descr="Recorte de Tela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780928"/>
            <a:ext cx="5078413" cy="3384376"/>
          </a:xfrm>
        </p:spPr>
      </p:pic>
      <p:cxnSp>
        <p:nvCxnSpPr>
          <p:cNvPr id="12" name="Conector de seta reta 11"/>
          <p:cNvCxnSpPr/>
          <p:nvPr/>
        </p:nvCxnSpPr>
        <p:spPr>
          <a:xfrm flipV="1">
            <a:off x="6526460" y="2564904"/>
            <a:ext cx="2088232" cy="57606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8554307" y="232971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37691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9876" y="2348880"/>
            <a:ext cx="10360501" cy="1223963"/>
          </a:xfrm>
        </p:spPr>
        <p:txBody>
          <a:bodyPr>
            <a:normAutofit fontScale="90000"/>
          </a:bodyPr>
          <a:lstStyle/>
          <a:p>
            <a:r>
              <a:rPr lang="pt-BR" dirty="0"/>
              <a:t>No exemplo acima se tirar a cor do seletor h1 o seletor universal representado pelo * assumirá que o conteúdo de h1 ou no site todo terá a cor definida por ele.</a:t>
            </a:r>
            <a:br>
              <a:rPr lang="pt-BR" dirty="0"/>
            </a:br>
            <a:r>
              <a:rPr lang="pt-BR" dirty="0"/>
              <a:t>Faça esse exercício retirando a cor do seletor h1. Após rode novamente o arquivo seletor.html veja que as cores do parágrafo e do h1 será o mesmo.</a:t>
            </a:r>
          </a:p>
        </p:txBody>
      </p:sp>
    </p:spTree>
    <p:extLst>
      <p:ext uri="{BB962C8B-B14F-4D97-AF65-F5344CB8AC3E}">
        <p14:creationId xmlns:p14="http://schemas.microsoft.com/office/powerpoint/2010/main" val="275236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09836" y="404664"/>
            <a:ext cx="10360501" cy="1223963"/>
          </a:xfrm>
        </p:spPr>
        <p:txBody>
          <a:bodyPr>
            <a:normAutofit fontScale="90000"/>
          </a:bodyPr>
          <a:lstStyle/>
          <a:p>
            <a:r>
              <a:rPr lang="pt-BR" dirty="0"/>
              <a:t>No arquivo com extensão CSS o comentário de uma ou de várias linhas vem entre /*  comentário */ como no exemplo abaixo.</a:t>
            </a:r>
          </a:p>
        </p:txBody>
      </p:sp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64" y="2060848"/>
            <a:ext cx="7421011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Ainda no mesmo arquivo vamos mudar a cor do texto do paragrafo, então acrescentamos uma cor ao seletor. Para ver o resultado como nosso abaixo atualize o site seletor.html</a:t>
            </a:r>
          </a:p>
        </p:txBody>
      </p:sp>
      <p:pic>
        <p:nvPicPr>
          <p:cNvPr id="3" name="Imagem 2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972" y="2060848"/>
            <a:ext cx="7392432" cy="1819529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972080" y="4007151"/>
            <a:ext cx="7716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RESULTADO DO COMANDO APLICADOS NO style.css</a:t>
            </a:r>
          </a:p>
        </p:txBody>
      </p:sp>
      <p:pic>
        <p:nvPicPr>
          <p:cNvPr id="5" name="Imagem 4" descr="Recorte de Te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212" y="4869160"/>
            <a:ext cx="3334215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6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Seletor atributo</a:t>
            </a:r>
            <a:br>
              <a:rPr lang="pt-BR" dirty="0"/>
            </a:br>
            <a:r>
              <a:rPr lang="pt-BR" dirty="0"/>
              <a:t>Para este exemplo vamos o arquivo seletor.html e vamos incluir um </a:t>
            </a:r>
            <a:r>
              <a:rPr lang="pt-BR" dirty="0" err="1"/>
              <a:t>form</a:t>
            </a:r>
            <a:r>
              <a:rPr lang="pt-BR" dirty="0"/>
              <a:t> simples como no exemplo abaixo</a:t>
            </a:r>
          </a:p>
        </p:txBody>
      </p:sp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948" y="1700808"/>
            <a:ext cx="8249801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7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da tela anterior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341884" y="3694402"/>
            <a:ext cx="10297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Repare que a cor do texto do formulário herdou as configurações do seletor universal que esta no style.css no caso a cor vermelha</a:t>
            </a:r>
          </a:p>
        </p:txBody>
      </p:sp>
      <p:pic>
        <p:nvPicPr>
          <p:cNvPr id="6" name="Imagem 5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172" y="1617662"/>
            <a:ext cx="3296110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Agora no arquivo sytle.css vamos configurar as propriedades e valores dos inputs.</a:t>
            </a:r>
            <a:br>
              <a:rPr lang="pt-BR" dirty="0"/>
            </a:br>
            <a:r>
              <a:rPr lang="pt-BR" dirty="0"/>
              <a:t>Veja nos comandos abaixo: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502124" y="4967590"/>
            <a:ext cx="4393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Resultado na próxima página</a:t>
            </a:r>
          </a:p>
        </p:txBody>
      </p:sp>
      <p:pic>
        <p:nvPicPr>
          <p:cNvPr id="5" name="Imagem 4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801" y="1700808"/>
            <a:ext cx="8221222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7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do arquivo do arquivo seletor.html no navegador</a:t>
            </a:r>
          </a:p>
        </p:txBody>
      </p:sp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148" y="2447788"/>
            <a:ext cx="3324689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5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9876" y="2060848"/>
            <a:ext cx="10360501" cy="1223963"/>
          </a:xfrm>
        </p:spPr>
        <p:txBody>
          <a:bodyPr>
            <a:normAutofit fontScale="90000"/>
          </a:bodyPr>
          <a:lstStyle/>
          <a:p>
            <a:r>
              <a:rPr lang="pt-BR" dirty="0"/>
              <a:t>Repare no exemplo do slide anterior todos os valores foram aplicados a todos os inputs.</a:t>
            </a:r>
            <a:br>
              <a:rPr lang="pt-BR" dirty="0"/>
            </a:br>
            <a:r>
              <a:rPr lang="pt-BR" dirty="0"/>
              <a:t>Agora vamos separar cada input pelo seletor atributo.</a:t>
            </a:r>
            <a:br>
              <a:rPr lang="pt-BR" dirty="0"/>
            </a:br>
            <a:r>
              <a:rPr lang="pt-BR" dirty="0"/>
              <a:t>Para isso vamos novamente no arquivo style.css</a:t>
            </a:r>
          </a:p>
        </p:txBody>
      </p:sp>
    </p:spTree>
    <p:extLst>
      <p:ext uri="{BB962C8B-B14F-4D97-AF65-F5344CB8AC3E}">
        <p14:creationId xmlns:p14="http://schemas.microsoft.com/office/powerpoint/2010/main" val="245754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Para incluir o seletor atributo colocamos o que queremos incluir deve estar entre colchetes repare no comando após o input</a:t>
            </a:r>
          </a:p>
        </p:txBody>
      </p:sp>
      <p:pic>
        <p:nvPicPr>
          <p:cNvPr id="6" name="Imagem 5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956" y="1916832"/>
            <a:ext cx="8316486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4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pic>
        <p:nvPicPr>
          <p:cNvPr id="3" name="Imagem 2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124" y="1772816"/>
            <a:ext cx="4218770" cy="327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F02787990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4873beb7-5857-4685-be1f-d57550cc96cc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232D41-46D9-4672-9F4E-BE66F8FEC2A6}"/>
</file>

<file path=customXml/itemProps3.xml><?xml version="1.0" encoding="utf-8"?>
<ds:datastoreItem xmlns:ds="http://schemas.openxmlformats.org/officeDocument/2006/customXml" ds:itemID="{0FE03058-9240-4EE6-980D-FCC2543989C2}"/>
</file>

<file path=docProps/app.xml><?xml version="1.0" encoding="utf-8"?>
<Properties xmlns="http://schemas.openxmlformats.org/officeDocument/2006/extended-properties" xmlns:vt="http://schemas.openxmlformats.org/officeDocument/2006/docPropsVTypes">
  <Template>TF02787990</Template>
  <TotalTime>180</TotalTime>
  <Words>327</Words>
  <Application>Microsoft Office PowerPoint</Application>
  <PresentationFormat>Personalizar</PresentationFormat>
  <Paragraphs>21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TF02787990</vt:lpstr>
      <vt:lpstr>CSS</vt:lpstr>
      <vt:lpstr>SELETORES</vt:lpstr>
      <vt:lpstr>Seletor universal: *  Obs.: No nosso exemplo tudo que for fora do h1 assume a configuração do seletor universal.</vt:lpstr>
      <vt:lpstr>No exemplo acima se tirar a cor do seletor h1 o seletor universal representado pelo * assumirá que o conteúdo de h1 ou no site todo terá a cor definida por ele. Faça esse exercício retirando a cor do seletor h1. Após rode novamente o arquivo seletor.html veja que as cores do parágrafo e do h1 será o mesmo.</vt:lpstr>
      <vt:lpstr>No arquivo com extensão CSS o comentário de uma ou de várias linhas vem entre /*  comentário */ como no exemplo abaixo.</vt:lpstr>
      <vt:lpstr>Ainda no mesmo arquivo vamos mudar a cor do texto do paragrafo, então acrescentamos uma cor ao seletor. Para ver o resultado como nosso abaixo atualize o site seletor.html</vt:lpstr>
      <vt:lpstr>Seletor atributo Para este exemplo vamos o arquivo seletor.html e vamos incluir um form simples como no exemplo abaixo</vt:lpstr>
      <vt:lpstr>Resultado da tela anterior</vt:lpstr>
      <vt:lpstr>Agora no arquivo sytle.css vamos configurar as propriedades e valores dos inputs. Veja nos comandos abaixo:</vt:lpstr>
      <vt:lpstr>Resultado do arquivo do arquivo seletor.html no navegador</vt:lpstr>
      <vt:lpstr>Repare no exemplo do slide anterior todos os valores foram aplicados a todos os inputs. Agora vamos separar cada input pelo seletor atributo. Para isso vamos novamente no arquivo style.css</vt:lpstr>
      <vt:lpstr>Para incluir o seletor atributo colocamos o que queremos incluir deve estar entre colchetes repare no comando após o input</vt:lpstr>
      <vt:lpstr>Resultado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</dc:title>
  <dc:creator>Clodoaldo Bastos</dc:creator>
  <cp:lastModifiedBy>Clodoaldo Bastos</cp:lastModifiedBy>
  <cp:revision>5</cp:revision>
  <dcterms:created xsi:type="dcterms:W3CDTF">2020-04-09T07:38:07Z</dcterms:created>
  <dcterms:modified xsi:type="dcterms:W3CDTF">2020-11-09T14:56:46Z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