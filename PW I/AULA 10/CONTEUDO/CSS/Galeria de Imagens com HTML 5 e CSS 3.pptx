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8F0A69-304C-B6F8-0025-A278485BBD07}" v="3" dt="2024-04-18T20:11:50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ALVES DA SILVA CORREIA" userId="S::kaique.correia2@etec.sp.gov.br::aafafe30-e09b-4936-9012-5ef9824511d8" providerId="AD" clId="Web-{CC8F0A69-304C-B6F8-0025-A278485BBD07}"/>
    <pc:docChg chg="modSld">
      <pc:chgData name="KAIQUE ALVES DA SILVA CORREIA" userId="S::kaique.correia2@etec.sp.gov.br::aafafe30-e09b-4936-9012-5ef9824511d8" providerId="AD" clId="Web-{CC8F0A69-304C-B6F8-0025-A278485BBD07}" dt="2024-04-18T20:11:50.044" v="2" actId="1076"/>
      <pc:docMkLst>
        <pc:docMk/>
      </pc:docMkLst>
      <pc:sldChg chg="modSp">
        <pc:chgData name="KAIQUE ALVES DA SILVA CORREIA" userId="S::kaique.correia2@etec.sp.gov.br::aafafe30-e09b-4936-9012-5ef9824511d8" providerId="AD" clId="Web-{CC8F0A69-304C-B6F8-0025-A278485BBD07}" dt="2024-04-18T20:11:50.044" v="2" actId="1076"/>
        <pc:sldMkLst>
          <pc:docMk/>
          <pc:sldMk cId="3731815017" sldId="262"/>
        </pc:sldMkLst>
        <pc:picChg chg="mod">
          <ac:chgData name="KAIQUE ALVES DA SILVA CORREIA" userId="S::kaique.correia2@etec.sp.gov.br::aafafe30-e09b-4936-9012-5ef9824511d8" providerId="AD" clId="Web-{CC8F0A69-304C-B6F8-0025-A278485BBD07}" dt="2024-04-18T20:11:50.044" v="2" actId="1076"/>
          <ac:picMkLst>
            <pc:docMk/>
            <pc:sldMk cId="3731815017" sldId="262"/>
            <ac:picMk id="4" creationId="{8B8E0A7B-DED2-6963-5B00-C39565C54E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93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63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76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85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63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21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506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03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48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48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5071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288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343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408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317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58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62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9F8070-CA01-4C55-801A-8C3813B6FED3}" type="datetimeFigureOut">
              <a:rPr lang="pt-BR" smtClean="0"/>
              <a:t>18/04/2024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09B74A-AC49-47C4-ABA7-1FD2C2592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083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CS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FD3AC-FBA4-E9D9-341D-F85CAEA07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6805" y="487159"/>
            <a:ext cx="7197726" cy="2421464"/>
          </a:xfrm>
        </p:spPr>
        <p:txBody>
          <a:bodyPr/>
          <a:lstStyle/>
          <a:p>
            <a:r>
              <a:rPr lang="pt-BR" sz="3600" b="1" dirty="0"/>
              <a:t>Galeria de Imagens com CSS Puro</a:t>
            </a:r>
          </a:p>
        </p:txBody>
      </p:sp>
      <p:sp>
        <p:nvSpPr>
          <p:cNvPr id="5" name="AutoShape 6" descr="HTML and CSS Training Philippines | Web Development Course">
            <a:extLst>
              <a:ext uri="{FF2B5EF4-FFF2-40B4-BE49-F238E27FC236}">
                <a16:creationId xmlns:a16="http://schemas.microsoft.com/office/drawing/2014/main" id="{08649A36-FE3E-14AB-7AEA-0A034165F3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MLandCSS - Ascent Infotech Computer Training Center Kolkata">
            <a:extLst>
              <a:ext uri="{FF2B5EF4-FFF2-40B4-BE49-F238E27FC236}">
                <a16:creationId xmlns:a16="http://schemas.microsoft.com/office/drawing/2014/main" id="{732DCD64-8C02-6C09-1E84-F597229FA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9C9B4A91-890C-0A31-7CD3-355B7C4D6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23" y="4807282"/>
            <a:ext cx="2274277" cy="20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1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4" name="Imagem 3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A4A9A177-5350-1066-3D23-F7217C5E9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5009" y="5048294"/>
            <a:ext cx="2006991" cy="1809705"/>
          </a:xfrm>
          <a:prstGeom prst="rect">
            <a:avLst/>
          </a:prstGeom>
        </p:spPr>
      </p:pic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23" y="4807282"/>
            <a:ext cx="2274277" cy="2050717"/>
          </a:xfrm>
          <a:prstGeom prst="rect">
            <a:avLst/>
          </a:prstGeom>
        </p:spPr>
      </p:pic>
      <p:pic>
        <p:nvPicPr>
          <p:cNvPr id="2050" name="Picture 2" descr="html - Fluid Header, Footer and 3 columns CS layout (Cross browser) - Stack  Overflow">
            <a:extLst>
              <a:ext uri="{FF2B5EF4-FFF2-40B4-BE49-F238E27FC236}">
                <a16:creationId xmlns:a16="http://schemas.microsoft.com/office/drawing/2014/main" id="{B9B8E13A-ECFF-DF02-1CF3-F2460ADA2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289" y="2180492"/>
            <a:ext cx="6794696" cy="423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5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80" y="1749055"/>
            <a:ext cx="103397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Elementos de layout do HTML em mais detalhes</a:t>
            </a:r>
          </a:p>
          <a:p>
            <a:pPr algn="just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Para implementar essa marcação semântica, o HTML fornece 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dedicadas que você pode usar para representar essas seções, por exemplo: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cabeçalho: &lt;header&gt;.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barra de navegação: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conteúdo principal: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&gt;, com várias subseções de conteúdo representadas por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&gt;,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&gt;, elementos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rodapé: &lt;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footer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394318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Alguns Elementos do CSS: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Flex-wrap</a:t>
            </a: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propriedade CSS 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flex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-wrap define se os itens flexíveis são forçados a ficarem na mesma linha ou se  podem ser quebradas em várias linhas. </a:t>
            </a: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Se o argumento for valido, ele define a direção em que as linhas são empilhadas.</a:t>
            </a: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C04791F-F883-FC20-8A10-4DD436E9D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A propriedade </a:t>
            </a:r>
            <a:r>
              <a:rPr kumimoji="0" lang="pt-BR" altLang="pt-BR" sz="12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hlinkClick r:id="rId3"/>
              </a:rPr>
              <a:t>CSS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</a:t>
            </a:r>
            <a:r>
              <a:rPr kumimoji="0" lang="pt-BR" altLang="pt-BR" sz="1000" b="1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flex-wrap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define se os itens flexíveis são forçados a ficarem na mesma linha ou se podem ser quebradas em varias linhas. Se o argumento for valido, ele define a direção em que as linhas são empilhadas.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36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CDCEE00-7D78-9045-6AD9-D78710710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4404"/>
            <a:ext cx="6725589" cy="4803595"/>
          </a:xfrm>
          <a:prstGeom prst="rect">
            <a:avLst/>
          </a:prstGeom>
        </p:spPr>
      </p:pic>
      <p:pic>
        <p:nvPicPr>
          <p:cNvPr id="9" name="Imagem 8" descr="Gráfico, Gráfico de barras&#10;&#10;Descrição gerada automaticamente">
            <a:extLst>
              <a:ext uri="{FF2B5EF4-FFF2-40B4-BE49-F238E27FC236}">
                <a16:creationId xmlns:a16="http://schemas.microsoft.com/office/drawing/2014/main" id="{5AB7C390-F0AD-2CA4-E419-4054C3967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589" y="4371628"/>
            <a:ext cx="5466411" cy="248637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B017A7D-869C-2198-A966-3641634A5273}"/>
              </a:ext>
            </a:extLst>
          </p:cNvPr>
          <p:cNvSpPr txBox="1"/>
          <p:nvPr/>
        </p:nvSpPr>
        <p:spPr>
          <a:xfrm>
            <a:off x="7258929" y="2680138"/>
            <a:ext cx="46001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display: </a:t>
            </a:r>
            <a:r>
              <a:rPr lang="pt-BR" sz="3200" dirty="0" err="1"/>
              <a:t>flex</a:t>
            </a:r>
            <a:r>
              <a:rPr lang="pt-BR" sz="3200" dirty="0"/>
              <a:t>;</a:t>
            </a:r>
          </a:p>
          <a:p>
            <a:r>
              <a:rPr lang="pt-BR" sz="3200" dirty="0" err="1"/>
              <a:t>flex</a:t>
            </a:r>
            <a:r>
              <a:rPr lang="pt-BR" sz="3200" dirty="0"/>
              <a:t>-wrap: wrap-reverse;</a:t>
            </a:r>
          </a:p>
        </p:txBody>
      </p:sp>
    </p:spTree>
    <p:extLst>
      <p:ext uri="{BB962C8B-B14F-4D97-AF65-F5344CB8AC3E}">
        <p14:creationId xmlns:p14="http://schemas.microsoft.com/office/powerpoint/2010/main" val="368309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Alguns Elementos do CSS: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GAP</a:t>
            </a: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propriedade CSS gap define os espaços entre as linhas e colunas.</a:t>
            </a: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31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B8E0A7B-DED2-6963-5B00-C39565C54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5669"/>
            <a:ext cx="7666892" cy="4536831"/>
          </a:xfrm>
          <a:prstGeom prst="rect">
            <a:avLst/>
          </a:prstGeom>
        </p:spPr>
      </p:pic>
      <p:pic>
        <p:nvPicPr>
          <p:cNvPr id="8" name="Imagem 7" descr="Gráfico, Gráfico de barras&#10;&#10;Descrição gerada automaticamente">
            <a:extLst>
              <a:ext uri="{FF2B5EF4-FFF2-40B4-BE49-F238E27FC236}">
                <a16:creationId xmlns:a16="http://schemas.microsoft.com/office/drawing/2014/main" id="{81735349-8118-1791-448D-788B341DF7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885" y="2321169"/>
            <a:ext cx="7097115" cy="479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1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Alguns Elementos do CSS: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Justify-Content</a:t>
            </a: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 propriedade CSS define como o navegador distribui o espaço entre e ao redor dos itens de conteúdo ao longo do eixo principal de um contêiner flexível e do eixo embutido de um contêiner de grade.</a:t>
            </a:r>
          </a:p>
        </p:txBody>
      </p:sp>
    </p:spTree>
    <p:extLst>
      <p:ext uri="{BB962C8B-B14F-4D97-AF65-F5344CB8AC3E}">
        <p14:creationId xmlns:p14="http://schemas.microsoft.com/office/powerpoint/2010/main" val="423779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pic>
        <p:nvPicPr>
          <p:cNvPr id="6" name="Imagem 5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00706919-6649-6D23-4D3C-EB9E093F1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513" y="1967393"/>
            <a:ext cx="7624689" cy="47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38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embalados uns aos outros em direção ao centro do contêiner de alinhamento ao longo do eixo principal.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 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embalados alinhados uns com os outros em direção à borda esquerda do contêiner de alinhamento. Quando o eixo horizontal da propriedade não é paralelo ao eixo embutido, como quando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flex-direction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column;está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definido, esse valor se comporta como start.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embalados uns aos outros em direção à borda direita do contêiner de alinhamento no eixo apropriado. Se o eixo da propriedade não for paralelo ao eixo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inline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(em um contêiner de grade) ou ao eixo principal (em um contêiner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flexbox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), esse valor se comporta como start.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Comporta-se como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, exceto no caso de contêineres de múltiplas colunas com um não- auto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column-width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, caso em que as colunas recebem seu valor especificado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column-widthem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vez de se esticar para preencher o contêiner. As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stretchse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comporta como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startem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flex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containers,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normaltambém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se comporta como start.</a:t>
            </a:r>
          </a:p>
        </p:txBody>
      </p:sp>
    </p:spTree>
    <p:extLst>
      <p:ext uri="{BB962C8B-B14F-4D97-AF65-F5344CB8AC3E}">
        <p14:creationId xmlns:p14="http://schemas.microsoft.com/office/powerpoint/2010/main" val="4018456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space-between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distribuídos uniformemente no contêiner de alinhamento ao longo do eixo principal. O espaçamento entre cada par de itens adjacentes é o mesmo. O primeiro item está alinhado com a borda inicial principal e o último item está alinhado com a borda final principal.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5 .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space-around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distribuídos uniformemente no contêiner de alinhamento ao longo do eixo principal. O espaçamento entre cada par de itens adjacentes é o mesmo. O espaço vazio antes do primeiro e depois do último item é igual à metade do espaço entre cada par de itens adjacentes.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space-evenly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Os itens são distribuídos uniformemente no contêiner de alinhamento ao longo do eixo principal. O espaçamento entre cada par de itens adjacentes, a borda inicial principal e o primeiro item, e a borda final principal e o último item, são todos exatamente iguais.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Se o tamanho combinado dos itens ao longo do eixo principal for menor que o tamanho do contêiner de alinhamento, qualquer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autoitem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de tamanho terá seu tamanho aumentado igualmente (não proporcionalmente), respeitando ainda as restrições impostas por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max-height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max-width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(ou funcionalidade equivalente), então que o tamanho combinado preencha exatamente o contêiner de alinhamento ao longo do eixo principal.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Comporta-se como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stretch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, exceto no caso de contêineres de múltiplas colunas com um não- auto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column-width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, caso em que as colunas recebem seu valor especificado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column-widthem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vez de se esticar para preencher o contêiner. As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stretchse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comporta como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startem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flex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containers,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normaltambém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se comporta como start.</a:t>
            </a:r>
          </a:p>
        </p:txBody>
      </p:sp>
    </p:spTree>
    <p:extLst>
      <p:ext uri="{BB962C8B-B14F-4D97-AF65-F5344CB8AC3E}">
        <p14:creationId xmlns:p14="http://schemas.microsoft.com/office/powerpoint/2010/main" val="2381972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Alguns Elementos do CSS: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Flex - Grow</a:t>
            </a: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 propriedade CSS define o fator de crescimento flexível, que especifica quanto do espaço restante do contêiner flexível deve ser atribuído ao tamanho principal do item flexível .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flex-grow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Quando o tamanho principal do contêiner flexível é maior que os tamanhos principais combinados dos itens flexíveis, o espaço extra é distribuído entre os itens flexíveis, com o crescimento de cada item sendo o valor do fator de crescimento como uma proporção da soma total de todos os itens do contêiner 'fatores de crescimento flexíveis.</a:t>
            </a:r>
          </a:p>
        </p:txBody>
      </p:sp>
    </p:spTree>
    <p:extLst>
      <p:ext uri="{BB962C8B-B14F-4D97-AF65-F5344CB8AC3E}">
        <p14:creationId xmlns:p14="http://schemas.microsoft.com/office/powerpoint/2010/main" val="2074661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4" name="Imagem 3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EF3A9FE0-0A13-76C7-E7F8-9B9596B60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2583"/>
            <a:ext cx="6072554" cy="4925415"/>
          </a:xfrm>
          <a:prstGeom prst="rect">
            <a:avLst/>
          </a:prstGeom>
        </p:spPr>
      </p:pic>
      <p:pic>
        <p:nvPicPr>
          <p:cNvPr id="8" name="Imagem 7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C4200CD7-9D75-FC0A-111B-1A14366C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554" y="1932583"/>
            <a:ext cx="6096000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Gráfico, Gráfico de cascata&#10;&#10;Descrição gerada automaticamente">
            <a:extLst>
              <a:ext uri="{FF2B5EF4-FFF2-40B4-BE49-F238E27FC236}">
                <a16:creationId xmlns:a16="http://schemas.microsoft.com/office/drawing/2014/main" id="{35F65CC8-0EDE-02A0-69EA-D739DE5E1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8624"/>
            <a:ext cx="12192000" cy="504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1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B5DC35F9-E6A3-5BE5-6DF6-B6C8A3498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2" y="5251251"/>
            <a:ext cx="1781908" cy="160674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9B94661-4FBF-35EF-FDAE-19FB425FF45D}"/>
              </a:ext>
            </a:extLst>
          </p:cNvPr>
          <p:cNvSpPr txBox="1"/>
          <p:nvPr/>
        </p:nvSpPr>
        <p:spPr>
          <a:xfrm>
            <a:off x="182879" y="1749055"/>
            <a:ext cx="1132331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Alguns Elementos do CSS:</a:t>
            </a:r>
          </a:p>
          <a:p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– FIT</a:t>
            </a:r>
          </a:p>
          <a:p>
            <a:pPr algn="ctr"/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A propriedade CSS define como o conteúdo de um elemento substituído , como um ou , deve ser redimensionado para caber em seu contêiner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object-fit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Você pode alterar o alinhamento do objeto de conteúdo do elemento substituído dentro da caixa do elemento usando a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-position propriedade.</a:t>
            </a:r>
          </a:p>
        </p:txBody>
      </p:sp>
    </p:spTree>
    <p:extLst>
      <p:ext uri="{BB962C8B-B14F-4D97-AF65-F5344CB8AC3E}">
        <p14:creationId xmlns:p14="http://schemas.microsoft.com/office/powerpoint/2010/main" val="1287041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D4084-6F42-BA22-EA3C-692222AD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HTML 5  com CSS 3  - Nova Estrutura</a:t>
            </a:r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A6CCC832-F255-6E01-A079-A8C385C08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065866"/>
            <a:ext cx="6808763" cy="4792133"/>
          </a:xfrm>
          <a:prstGeom prst="rect">
            <a:avLst/>
          </a:prstGeom>
        </p:spPr>
      </p:pic>
      <p:pic>
        <p:nvPicPr>
          <p:cNvPr id="7" name="Imagem 6" descr="Nome da empresa&#10;&#10;Descrição gerada automaticamente">
            <a:extLst>
              <a:ext uri="{FF2B5EF4-FFF2-40B4-BE49-F238E27FC236}">
                <a16:creationId xmlns:a16="http://schemas.microsoft.com/office/drawing/2014/main" id="{02E8932D-B437-54B7-7B6B-7DD89E569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21" y="2065864"/>
            <a:ext cx="3084184" cy="4792135"/>
          </a:xfrm>
          <a:prstGeom prst="rect">
            <a:avLst/>
          </a:prstGeom>
        </p:spPr>
      </p:pic>
      <p:pic>
        <p:nvPicPr>
          <p:cNvPr id="10" name="Imagem 9" descr="Uma imagem contendo Gráfico&#10;&#10;Descrição gerada automaticamente">
            <a:extLst>
              <a:ext uri="{FF2B5EF4-FFF2-40B4-BE49-F238E27FC236}">
                <a16:creationId xmlns:a16="http://schemas.microsoft.com/office/drawing/2014/main" id="{E60F45EF-9531-F18E-31DC-2C67881EE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205" y="2065865"/>
            <a:ext cx="2819794" cy="4792134"/>
          </a:xfrm>
          <a:prstGeom prst="rect">
            <a:avLst/>
          </a:prstGeom>
        </p:spPr>
      </p:pic>
      <p:pic>
        <p:nvPicPr>
          <p:cNvPr id="12" name="Imagem 11" descr="Uma imagem contendo Logotipo&#10;&#10;Descrição gerada automaticamente">
            <a:extLst>
              <a:ext uri="{FF2B5EF4-FFF2-40B4-BE49-F238E27FC236}">
                <a16:creationId xmlns:a16="http://schemas.microsoft.com/office/drawing/2014/main" id="{9717CCBE-EDDF-A0C2-E41B-ABE80953C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687" y="2715065"/>
            <a:ext cx="2963333" cy="414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34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CEEA16-C3D1-4E04-A6CE-0AF4AEA17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6BAEC1-E514-492E-8D24-4DF175BF9C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47</TotalTime>
  <Words>967</Words>
  <Application>Microsoft Office PowerPoint</Application>
  <PresentationFormat>Widescreen</PresentationFormat>
  <Paragraphs>81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Celestial</vt:lpstr>
      <vt:lpstr>Galeria de Imagens com CSS Puro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  <vt:lpstr>HTML 5  com CSS 3  - Nova Estrutura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Galeria de Imagens com CSS Puro</dc:title>
  <dc:creator>Carlos Eduardo de Carvalho</dc:creator>
  <cp:lastModifiedBy>Carlos Eduardo de Carvalho</cp:lastModifiedBy>
  <cp:revision>12</cp:revision>
  <dcterms:created xsi:type="dcterms:W3CDTF">2024-04-16T02:00:14Z</dcterms:created>
  <dcterms:modified xsi:type="dcterms:W3CDTF">2024-04-18T20:11:58Z</dcterms:modified>
</cp:coreProperties>
</file>