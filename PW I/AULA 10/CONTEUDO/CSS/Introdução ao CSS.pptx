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3"/>
  </p:sldMasterIdLst>
  <p:notesMasterIdLst>
    <p:notesMasterId r:id="rId14"/>
  </p:notesMasterIdLst>
  <p:handoutMasterIdLst>
    <p:handoutMasterId r:id="rId15"/>
  </p:handoutMasterIdLst>
  <p:sldIdLst>
    <p:sldId id="256" r:id="rId4"/>
    <p:sldId id="257" r:id="rId5"/>
    <p:sldId id="258" r:id="rId6"/>
    <p:sldId id="259" r:id="rId7"/>
    <p:sldId id="260" r:id="rId8"/>
    <p:sldId id="262" r:id="rId9"/>
    <p:sldId id="261" r:id="rId10"/>
    <p:sldId id="263" r:id="rId11"/>
    <p:sldId id="264" r:id="rId12"/>
    <p:sldId id="265" r:id="rId13"/>
  </p:sldIdLst>
  <p:sldSz cx="12188825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7C3223-B4DD-22B2-6A3C-294606662DFB}" v="3" dt="2024-04-11T14:52:31.409"/>
  </p1510:revLst>
</p1510:revInfo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599" autoAdjust="0"/>
  </p:normalViewPr>
  <p:slideViewPr>
    <p:cSldViewPr>
      <p:cViewPr varScale="1">
        <p:scale>
          <a:sx n="109" d="100"/>
          <a:sy n="109" d="100"/>
        </p:scale>
        <p:origin x="558" y="10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3072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UAN DO VALE MARTINS" userId="S::kauan.martins17@etec.sp.gov.br::94015ed8-dc3b-429a-9a77-39891c69eb58" providerId="AD" clId="Web-{A67C3223-B4DD-22B2-6A3C-294606662DFB}"/>
    <pc:docChg chg="modSld">
      <pc:chgData name="KAUAN DO VALE MARTINS" userId="S::kauan.martins17@etec.sp.gov.br::94015ed8-dc3b-429a-9a77-39891c69eb58" providerId="AD" clId="Web-{A67C3223-B4DD-22B2-6A3C-294606662DFB}" dt="2024-04-11T14:52:31.409" v="2" actId="20577"/>
      <pc:docMkLst>
        <pc:docMk/>
      </pc:docMkLst>
      <pc:sldChg chg="modSp">
        <pc:chgData name="KAUAN DO VALE MARTINS" userId="S::kauan.martins17@etec.sp.gov.br::94015ed8-dc3b-429a-9a77-39891c69eb58" providerId="AD" clId="Web-{A67C3223-B4DD-22B2-6A3C-294606662DFB}" dt="2024-04-11T14:52:31.409" v="2" actId="20577"/>
        <pc:sldMkLst>
          <pc:docMk/>
          <pc:sldMk cId="29584555" sldId="258"/>
        </pc:sldMkLst>
        <pc:spChg chg="mod">
          <ac:chgData name="KAUAN DO VALE MARTINS" userId="S::kauan.martins17@etec.sp.gov.br::94015ed8-dc3b-429a-9a77-39891c69eb58" providerId="AD" clId="Web-{A67C3223-B4DD-22B2-6A3C-294606662DFB}" dt="2024-04-11T14:52:31.409" v="2" actId="20577"/>
          <ac:spMkLst>
            <pc:docMk/>
            <pc:sldMk cId="29584555" sldId="258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8D0EFA9-57C0-4188-B1C6-56EB9958F127}" type="datetime1">
              <a:rPr lang="pt-BR" smtClean="0"/>
              <a:t>11/04/2024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50423A-8BCE-448E-A97B-03A88B2B12C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77323E-F331-42C0-8ED8-298FE2B5981D}" type="datetime1">
              <a:rPr lang="pt-BR" smtClean="0"/>
              <a:t>11/04/2024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dirty="0"/>
              <a:t>Clique para editar o texto Mestre</a:t>
            </a:r>
          </a:p>
          <a:p>
            <a:pPr lvl="1" rtl="0"/>
            <a:r>
              <a:rPr lang="pt-BR" dirty="0"/>
              <a:t>Segundo nível</a:t>
            </a:r>
          </a:p>
          <a:p>
            <a:pPr lvl="2" rtl="0"/>
            <a:r>
              <a:rPr lang="pt-BR" dirty="0"/>
              <a:t>Terceiro nível</a:t>
            </a:r>
          </a:p>
          <a:p>
            <a:pPr lvl="3" rtl="0"/>
            <a:r>
              <a:rPr lang="pt-BR" dirty="0"/>
              <a:t>Quarto nível</a:t>
            </a:r>
          </a:p>
          <a:p>
            <a:pPr lvl="4" rtl="0"/>
            <a:r>
              <a:rPr lang="pt-BR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F2A70B-78F2-4DCF-B53B-C990D2FAFB8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5624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8499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2413" y="1905000"/>
            <a:ext cx="9144000" cy="2667000"/>
          </a:xfrm>
        </p:spPr>
        <p:txBody>
          <a:bodyPr rtlCol="0">
            <a:noAutofit/>
          </a:bodyPr>
          <a:lstStyle>
            <a:lvl1pPr rtl="0">
              <a:defRPr sz="5400"/>
            </a:lvl1pPr>
          </a:lstStyle>
          <a:p>
            <a:pPr rtl="0"/>
            <a:r>
              <a:rPr lang="pt-BR" dirty="0"/>
              <a:t>Clique para editar o estilo de título Mestre</a:t>
            </a:r>
          </a:p>
        </p:txBody>
      </p:sp>
      <p:grpSp>
        <p:nvGrpSpPr>
          <p:cNvPr id="256" name="linha" descr="Gráfico de linhas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orma Livre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58" name="Forma Livre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59" name="Forma Livre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60" name="Forma Livre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61" name="Forma Livre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62" name="Forma Livre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63" name="Forma Livre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64" name="Forma Livre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65" name="Forma Livre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66" name="Forma Livre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67" name="Forma Livre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68" name="Forma Livre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69" name="Forma Livre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70" name="Forma Livre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71" name="Forma Livre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72" name="Forma Livre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73" name="Forma Livre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74" name="Forma Livre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75" name="Forma Livre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76" name="Forma Livre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77" name="Forma Livre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78" name="Forma Livre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79" name="Forma Livre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80" name="Forma Livre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81" name="Forma Livre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82" name="Forma Livre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83" name="Forma Livre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84" name="Forma Livre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85" name="Forma Livre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86" name="Forma Livre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87" name="Forma Livre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88" name="Forma Livre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89" name="Forma Livre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90" name="Forma Livre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91" name="Forma Livre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92" name="Forma Livre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93" name="Forma Livre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94" name="Forma Livre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95" name="Forma Livre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96" name="Forma Livre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97" name="Forma Livre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98" name="Forma Livre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99" name="Forma Livre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00" name="Forma Livre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01" name="Forma Livre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02" name="Forma Livre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03" name="Forma Livre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04" name="Forma Livre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05" name="Forma Livre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06" name="Forma Livre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07" name="Forma Livre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08" name="Forma Livre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09" name="Forma Livre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10" name="Forma Livre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11" name="Forma Livre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12" name="Forma Livre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13" name="Forma Livre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14" name="Forma Livre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15" name="Forma Livre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16" name="Forma Livre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17" name="Forma Livre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18" name="Forma Livre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19" name="Forma Livre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20" name="Forma Livre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21" name="Forma Livre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22" name="Forma Livre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23" name="Forma Livre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24" name="Forma Livre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25" name="Forma Livre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26" name="Forma Livre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27" name="Forma Livre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28" name="Forma Livre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29" name="Forma Livre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30" name="Forma Livre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31" name="Forma Livre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32" name="Forma Livre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33" name="Forma Livre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34" name="Forma Livre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35" name="Forma Livre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36" name="Forma Livre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37" name="Forma Livre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38" name="Forma Livre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39" name="Forma Livre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40" name="Forma Livre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41" name="Forma Livre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42" name="Forma Livre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43" name="Forma Livre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44" name="Forma Livre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45" name="Forma Livre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46" name="Forma Livre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47" name="Forma Livre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48" name="Forma Livre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49" name="Forma Livre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50" name="Forma Livre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51" name="Forma Livre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52" name="Forma Livre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53" name="Forma Livre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54" name="Forma Livre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55" name="Forma Livre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56" name="Forma Livre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57" name="Forma Livre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58" name="Forma Livre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59" name="Forma Livre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60" name="Forma Livre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61" name="Forma Livre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62" name="Forma Livre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63" name="Forma Livre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64" name="Forma Livre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65" name="Forma Livre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66" name="Forma Livre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67" name="Forma Livre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68" name="Forma Livre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69" name="Forma Livre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70" name="Forma Livre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71" name="Forma Livre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72" name="Forma Livre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73" name="Forma Livre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74" name="Forma Livre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75" name="Forma Livre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76" name="Forma Livre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77" name="Forma Livre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78" name="Forma Livre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79" name="Forma Livre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</p:grp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/>
              <a:t>Clique para editar o estilo do subtítulo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 rtl="0">
              <a:defRPr/>
            </a:lvl1pPr>
          </a:lstStyle>
          <a:p>
            <a:pPr rtl="0"/>
            <a:r>
              <a:rPr lang="pt-BR" dirty="0"/>
              <a:t>Clique para editar o estilo de título Mestre</a:t>
            </a:r>
          </a:p>
        </p:txBody>
      </p:sp>
      <p:grpSp>
        <p:nvGrpSpPr>
          <p:cNvPr id="167" name="linha" descr="Gráfico de linh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orma Livre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9" name="Forma Livre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0" name="Forma Livre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1" name="Forma Liv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2" name="Forma Liv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3" name="Forma Liv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4" name="Forma Liv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5" name="Forma Liv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6" name="Forma Liv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7" name="Forma Liv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8" name="Forma Liv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9" name="Forma Liv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0" name="Forma Liv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1" name="Forma Liv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2" name="Forma Liv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3" name="Forma Liv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4" name="Forma Liv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5" name="Forma Liv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6" name="Forma Liv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7" name="Forma Liv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8" name="Forma Liv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9" name="Forma Liv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0" name="Forma Liv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1" name="Forma Liv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2" name="Forma Liv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3" name="Forma Liv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4" name="Forma Liv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5" name="Forma Liv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6" name="Forma Liv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7" name="Forma Liv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8" name="Forma Liv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9" name="Forma Liv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0" name="Forma Liv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1" name="Forma Liv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2" name="Forma Liv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3" name="Forma Liv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4" name="Forma Liv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5" name="Forma Liv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6" name="Forma Liv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7" name="Forma Liv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8" name="Forma Liv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9" name="Forma Liv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0" name="Forma Liv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1" name="Forma Liv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2" name="Forma Liv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3" name="Forma Liv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4" name="Forma Liv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5" name="Forma Liv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6" name="Forma Liv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7" name="Forma Liv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8" name="Forma Liv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9" name="Forma Liv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0" name="Forma Liv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1" name="Forma Liv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2" name="Forma Liv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3" name="Forma Liv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4" name="Forma Liv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5" name="Forma Liv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6" name="Forma Liv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7" name="Forma Liv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8" name="Forma Liv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9" name="Forma Liv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0" name="Forma Liv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1" name="Forma Liv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2" name="Forma Liv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3" name="Forma Liv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4" name="Forma Liv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5" name="Forma Liv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6" name="Forma Liv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7" name="Forma Liv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8" name="Forma Liv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9" name="Forma Liv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40" name="Forma Liv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41" name="Forma Liv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</p:grp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83396C3-3492-4496-8698-79E4814AE53F}" type="datetime1">
              <a:rPr lang="pt-BR" smtClean="0"/>
              <a:t>11/04/2024</a:t>
            </a:fld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522413" y="1905000"/>
            <a:ext cx="9144000" cy="2667000"/>
          </a:xfrm>
        </p:spPr>
        <p:txBody>
          <a:bodyPr rtlCol="0" anchor="b">
            <a:noAutofit/>
          </a:bodyPr>
          <a:lstStyle>
            <a:lvl1pPr algn="l" rtl="0">
              <a:defRPr sz="4400" b="0" cap="none" baseline="0"/>
            </a:lvl1pPr>
          </a:lstStyle>
          <a:p>
            <a:pPr rtl="0"/>
            <a:r>
              <a:rPr lang="pt-BR" dirty="0"/>
              <a:t>Clique para editar o estilo de título Mestre</a:t>
            </a:r>
          </a:p>
        </p:txBody>
      </p:sp>
      <p:grpSp>
        <p:nvGrpSpPr>
          <p:cNvPr id="255" name="linha" descr="Gráfico de linhas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orma Livre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57" name="Forma Livre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58" name="Forma Livre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59" name="Forma Livre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60" name="Forma Livre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61" name="Forma Livre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62" name="Forma Livre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63" name="Forma Livre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64" name="Forma Livre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65" name="Forma Livre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66" name="Forma Livre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67" name="Forma Livre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68" name="Forma Livre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69" name="Forma Livre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70" name="Forma Livre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71" name="Forma Livre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72" name="Forma Livre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73" name="Forma Livre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74" name="Forma Livre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75" name="Forma Livre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76" name="Forma Livre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77" name="Forma Livre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78" name="Forma Livre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79" name="Forma Livre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80" name="Forma Livre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81" name="Forma Livre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82" name="Forma Livre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83" name="Forma Livre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84" name="Forma Livre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85" name="Forma Livre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86" name="Forma Livre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87" name="Forma Livre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88" name="Forma Livre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89" name="Forma Livre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90" name="Forma Livre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91" name="Forma Livre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92" name="Forma Livre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93" name="Forma Livre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94" name="Forma Livre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95" name="Forma Livre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96" name="Forma Livre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97" name="Forma Livre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98" name="Forma Livre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299" name="Forma Livre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00" name="Forma Livre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01" name="Forma Livre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02" name="Forma Livre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03" name="Forma Livre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04" name="Forma Livre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05" name="Forma Livre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06" name="Forma Livre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07" name="Forma Livre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08" name="Forma Livre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09" name="Forma Livre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10" name="Forma Livre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11" name="Forma Livre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12" name="Forma Livre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13" name="Forma Livre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14" name="Forma Livre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15" name="Forma Livre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16" name="Forma Livre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17" name="Forma Livre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18" name="Forma Livre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19" name="Forma Livre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20" name="Forma Livre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21" name="Forma Livre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22" name="Forma Livre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23" name="Forma Livre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24" name="Forma Livre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25" name="Forma Livre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26" name="Forma Livre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27" name="Forma Livre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28" name="Forma Livre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29" name="Forma Livre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30" name="Forma Livre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31" name="Forma Livre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32" name="Forma Livre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33" name="Forma Livre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34" name="Forma Livre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35" name="Forma Livre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36" name="Forma Livre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37" name="Forma Livre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38" name="Forma Livre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39" name="Forma Livre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40" name="Forma Livre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41" name="Forma Livre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42" name="Forma Livre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43" name="Forma Livre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44" name="Forma Livre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45" name="Forma Livre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46" name="Forma Livre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47" name="Forma Livre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48" name="Forma Livre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49" name="Forma Livre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50" name="Forma Livre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51" name="Forma Livre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52" name="Forma Livre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53" name="Forma Livre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54" name="Forma Livre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55" name="Forma Livre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56" name="Forma Livre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57" name="Forma Livre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58" name="Forma Livre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59" name="Forma Livre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60" name="Forma Livre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61" name="Forma Livre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62" name="Forma Livre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63" name="Forma Livre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64" name="Forma Livre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65" name="Forma Livre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66" name="Forma Livre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67" name="Forma Livre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68" name="Forma Livre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69" name="Forma Livre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70" name="Forma Livre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71" name="Forma Livre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72" name="Forma Livre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73" name="Forma Livre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74" name="Forma Livre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75" name="Forma Livre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76" name="Forma Livre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77" name="Forma Livre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  <p:sp>
          <p:nvSpPr>
            <p:cNvPr id="378" name="Forma Livre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/>
            </a:p>
          </p:txBody>
        </p:sp>
      </p:grp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7F0D0AC-B9DC-491A-B40C-0529EC313878}" type="datetime1">
              <a:rPr lang="pt-BR" smtClean="0"/>
              <a:t>11/04/2024</a:t>
            </a:fld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 rtl="0">
              <a:defRPr/>
            </a:lvl1pPr>
          </a:lstStyle>
          <a:p>
            <a:pPr rtl="0"/>
            <a:r>
              <a:rPr lang="pt-BR" dirty="0"/>
              <a:t>Clique para editar o estilo de título Mestre</a:t>
            </a:r>
          </a:p>
        </p:txBody>
      </p:sp>
      <p:grpSp>
        <p:nvGrpSpPr>
          <p:cNvPr id="158" name="linha" descr="Gráfico de linh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orma Livre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0" name="Forma Livre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1" name="Forma Livre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2" name="Forma Liv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3" name="Forma Liv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4" name="Forma Liv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5" name="Forma Liv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6" name="Forma Liv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7" name="Forma Liv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8" name="Forma Liv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9" name="Forma Liv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0" name="Forma Liv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1" name="Forma Liv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2" name="Forma Liv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3" name="Forma Liv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4" name="Forma Liv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5" name="Forma Liv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6" name="Forma Liv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7" name="Forma Liv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8" name="Forma Liv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9" name="Forma Liv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0" name="Forma Liv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1" name="Forma Liv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2" name="Forma Liv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3" name="Forma Liv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4" name="Forma Liv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5" name="Forma Liv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6" name="Forma Liv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7" name="Forma Liv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8" name="Forma Liv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9" name="Forma Liv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0" name="Forma Liv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1" name="Forma Liv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2" name="Forma Liv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3" name="Forma Liv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4" name="Forma Liv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5" name="Forma Liv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6" name="Forma Liv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7" name="Forma Liv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8" name="Forma Liv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9" name="Forma Liv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0" name="Forma Liv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1" name="Forma Liv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2" name="Forma Liv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3" name="Forma Liv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4" name="Forma Liv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5" name="Forma Liv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6" name="Forma Liv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7" name="Forma Liv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8" name="Forma Liv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9" name="Forma Liv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0" name="Forma Liv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1" name="Forma Liv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2" name="Forma Liv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3" name="Forma Liv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4" name="Forma Liv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5" name="Forma Liv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6" name="Forma Liv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7" name="Forma Liv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8" name="Forma Liv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9" name="Forma Liv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0" name="Forma Liv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1" name="Forma Liv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2" name="Forma Liv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3" name="Forma Liv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4" name="Forma Liv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5" name="Forma Liv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6" name="Forma Liv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7" name="Forma Liv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8" name="Forma Liv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9" name="Forma Liv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0" name="Forma Liv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1" name="Forma Liv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2" name="Forma Liv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</p:grp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FA34909-1BC5-45CA-8566-BEB9E3794744}" type="datetime1">
              <a:rPr lang="pt-BR" smtClean="0"/>
              <a:t>11/04/2024</a:t>
            </a:fld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 rtl="0">
              <a:defRPr/>
            </a:lvl1pPr>
          </a:lstStyle>
          <a:p>
            <a:pPr rtl="0"/>
            <a:r>
              <a:rPr lang="pt-BR" dirty="0"/>
              <a:t>Clique para editar o estilo de título Mestre</a:t>
            </a:r>
          </a:p>
        </p:txBody>
      </p:sp>
      <p:grpSp>
        <p:nvGrpSpPr>
          <p:cNvPr id="160" name="linha" descr="Gráfico de linh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orma Livre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2" name="Forma Livre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3" name="Forma Livre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4" name="Forma Liv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5" name="Forma Liv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6" name="Forma Liv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7" name="Forma Liv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8" name="Forma Liv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9" name="Forma Liv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0" name="Forma Liv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1" name="Forma Liv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2" name="Forma Liv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3" name="Forma Liv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4" name="Forma Liv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5" name="Forma Liv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6" name="Forma Liv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7" name="Forma Liv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8" name="Forma Liv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9" name="Forma Liv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0" name="Forma Liv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1" name="Forma Liv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2" name="Forma Liv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3" name="Forma Liv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4" name="Forma Liv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5" name="Forma Liv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6" name="Forma Liv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7" name="Forma Liv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8" name="Forma Liv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9" name="Forma Liv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0" name="Forma Liv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1" name="Forma Liv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2" name="Forma Liv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3" name="Forma Liv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4" name="Forma Liv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5" name="Forma Liv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6" name="Forma Liv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7" name="Forma Liv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8" name="Forma Liv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9" name="Forma Liv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0" name="Forma Liv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1" name="Forma Liv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2" name="Forma Liv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3" name="Forma Liv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4" name="Forma Liv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5" name="Forma Liv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6" name="Forma Liv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7" name="Forma Liv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8" name="Forma Liv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9" name="Forma Liv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0" name="Forma Liv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1" name="Forma Liv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2" name="Forma Liv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3" name="Forma Liv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4" name="Forma Liv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5" name="Forma Liv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6" name="Forma Liv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7" name="Forma Liv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8" name="Forma Liv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9" name="Forma Liv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0" name="Forma Liv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1" name="Forma Liv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2" name="Forma Liv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3" name="Forma Liv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4" name="Forma Liv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5" name="Forma Liv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6" name="Forma Liv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7" name="Forma Liv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8" name="Forma Liv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9" name="Forma Liv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0" name="Forma Liv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1" name="Forma Liv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2" name="Forma Liv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3" name="Forma Liv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4" name="Forma Liv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</p:grp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F48602-A83C-4B27-B476-20AF32AE1EED}" type="datetime1">
              <a:rPr lang="pt-BR" smtClean="0"/>
              <a:t>11/04/2024</a:t>
            </a:fld>
            <a:endParaRPr lang="pt-BR" dirty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85" name="Espaço Reservado para Conteúdo 3"/>
          <p:cNvSpPr>
            <a:spLocks noGrp="1"/>
          </p:cNvSpPr>
          <p:nvPr>
            <p:ph sz="half" idx="13"/>
          </p:nvPr>
        </p:nvSpPr>
        <p:spPr>
          <a:xfrm>
            <a:off x="6249860" y="2819400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pt-BR" dirty="0"/>
              <a:t>Clique para editar o estilo de título Mestre</a:t>
            </a:r>
          </a:p>
        </p:txBody>
      </p:sp>
      <p:grpSp>
        <p:nvGrpSpPr>
          <p:cNvPr id="156" name="linha" descr="Gráfico de linh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orma Livre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58" name="Forma Livre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59" name="Forma Livre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0" name="Forma Liv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1" name="Forma Liv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2" name="Forma Liv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3" name="Forma Liv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4" name="Forma Liv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5" name="Forma Liv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6" name="Forma Liv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7" name="Forma Liv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8" name="Forma Liv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9" name="Forma Liv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0" name="Forma Liv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1" name="Forma Liv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2" name="Forma Liv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3" name="Forma Liv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4" name="Forma Liv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5" name="Forma Liv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6" name="Forma Liv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7" name="Forma Liv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8" name="Forma Liv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9" name="Forma Liv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0" name="Forma Liv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1" name="Forma Liv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2" name="Forma Liv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3" name="Forma Liv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4" name="Forma Liv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5" name="Forma Liv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6" name="Forma Liv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7" name="Forma Liv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8" name="Forma Liv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9" name="Forma Liv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0" name="Forma Liv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1" name="Forma Liv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2" name="Forma Liv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3" name="Forma Liv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4" name="Forma Liv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5" name="Forma Liv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6" name="Forma Liv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7" name="Forma Liv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8" name="Forma Liv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9" name="Forma Liv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0" name="Forma Liv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1" name="Forma Liv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2" name="Forma Liv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3" name="Forma Liv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4" name="Forma Liv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5" name="Forma Liv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6" name="Forma Liv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7" name="Forma Liv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8" name="Forma Liv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9" name="Forma Liv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0" name="Forma Liv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1" name="Forma Liv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2" name="Forma Liv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3" name="Forma Liv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4" name="Forma Liv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5" name="Forma Liv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6" name="Forma Liv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7" name="Forma Liv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8" name="Forma Liv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9" name="Forma Liv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0" name="Forma Liv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1" name="Forma Liv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2" name="Forma Liv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3" name="Forma Liv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4" name="Forma Liv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5" name="Forma Liv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6" name="Forma Liv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7" name="Forma Liv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8" name="Forma Liv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9" name="Forma Liv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0" name="Forma Liv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</p:grp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02F2C7-204F-4F9D-81F3-C7CE8047CD3A}" type="datetime1">
              <a:rPr lang="pt-BR" smtClean="0"/>
              <a:t>11/04/2024</a:t>
            </a:fld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1526F9-43E7-4B77-89D8-9DEFDDBA71B5}" type="datetime1">
              <a:rPr lang="pt-BR" smtClean="0"/>
              <a:t>11/04/2024</a:t>
            </a:fld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522414" y="274638"/>
            <a:ext cx="9143998" cy="1020762"/>
          </a:xfrm>
        </p:spPr>
        <p:txBody>
          <a:bodyPr rtlCol="0" anchor="b">
            <a:noAutofit/>
          </a:bodyPr>
          <a:lstStyle>
            <a:lvl1pPr algn="l" rtl="0">
              <a:defRPr sz="3200" b="0"/>
            </a:lvl1pPr>
          </a:lstStyle>
          <a:p>
            <a:pPr rtl="0"/>
            <a:r>
              <a:rPr lang="pt-BR" dirty="0"/>
              <a:t>Clique para editar o estilo de título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grpSp>
        <p:nvGrpSpPr>
          <p:cNvPr id="615" name="quadro" descr="Gráfico de caixas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upo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upo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orma Livre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5" name="Forma Livre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6" name="Forma Livre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7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8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9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0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1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2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3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4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5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6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7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8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9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0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1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2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3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4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5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6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7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8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9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0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1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2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3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4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5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6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7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8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9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0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1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2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3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4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5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6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7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8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9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0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1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2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3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4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5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6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7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8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9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0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1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2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3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4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5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6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7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8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9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0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1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2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3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4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5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6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7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upo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orma Livre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1" name="Forma Livre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2" name="Forma Livre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3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4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5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6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7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8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9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0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1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2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3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4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5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6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7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8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9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0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1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2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3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4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5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6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7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8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9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0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1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2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3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4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5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6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7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8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9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0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1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2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3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4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5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6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7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8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9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0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1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2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3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4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5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6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7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8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9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0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1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2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3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4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5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6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7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8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9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0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1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2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3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upo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upo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orma Livre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5" name="Forma Livre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6" name="Forma Livre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7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8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9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0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1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2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3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4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5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6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7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8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9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0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1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2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3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4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5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6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7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8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9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0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1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2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3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4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5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6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7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8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9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0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1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2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3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4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5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6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7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8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9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0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1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2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3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4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5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6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7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8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9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0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1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2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3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4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5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6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7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8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9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0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1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2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3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4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5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6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7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upo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orma Livre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1" name="Forma Livre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2" name="Forma Livre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3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4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5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6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7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8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9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0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1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2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3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4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5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6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7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8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9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0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1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2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3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4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5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6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7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8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9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0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1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2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3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4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5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6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7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8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9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0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1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2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3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4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5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6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7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8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9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0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1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2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3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4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5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6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7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8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9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0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1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2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3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4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5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6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7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8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9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0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1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2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3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5CA678-7531-4BBD-B1E6-6A1CA37BCB1B}" type="datetime1">
              <a:rPr lang="pt-BR" smtClean="0"/>
              <a:t>11/04/2024</a:t>
            </a:fld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 anchor="b">
            <a:noAutofit/>
          </a:bodyPr>
          <a:lstStyle>
            <a:lvl1pPr algn="l">
              <a:defRPr sz="3200" b="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grpSp>
        <p:nvGrpSpPr>
          <p:cNvPr id="614" name="quadro" descr="Gráfico de caixas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upo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upo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orma Livre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4" name="Forma Livre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5" name="Forma Livre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6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7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8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9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0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1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2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3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4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5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6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7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8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9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0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1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2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3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4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5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6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7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8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9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0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1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2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3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4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5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6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7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8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9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0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1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2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3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4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5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6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7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8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9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0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1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2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3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4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5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6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7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8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9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0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1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2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3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4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5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6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7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8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9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0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1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2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3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4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5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6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upo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orma Livre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0" name="Forma Livre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1" name="Forma Livre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2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3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4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5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6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7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8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9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0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1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2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3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4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5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6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7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8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9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0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1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2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3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4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5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6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7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8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9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0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1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2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3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4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5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6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7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8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9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0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1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2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3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4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5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6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7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8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9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0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1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2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3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4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5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6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7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8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9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0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1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2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3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4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5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6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7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8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9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0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1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2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upo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upo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orma Livre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4" name="Forma Livre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5" name="Forma Livre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6" name="Forma Livre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7" name="Forma Livre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8" name="Forma Livre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9" name="Forma Livre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0" name="Forma Livre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1" name="Forma Livre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2" name="Forma Livre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3" name="Forma Livre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4" name="Forma Livre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5" name="Forma Livre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6" name="Forma Livre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7" name="Forma Livre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8" name="Forma Livre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9" name="Forma Livre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0" name="Forma Livre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1" name="Forma Livre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2" name="Forma Livre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3" name="Forma Livre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4" name="Forma Livre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5" name="Forma Livre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6" name="Forma Livre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7" name="Forma Livre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8" name="Forma Livre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9" name="Forma Livre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0" name="Forma Livre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1" name="Forma Livre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2" name="Forma Livre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3" name="Forma Livre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4" name="Forma Livre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5" name="Forma Livre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6" name="Forma Livre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7" name="Forma Livre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8" name="Forma Livre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9" name="Forma Livre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0" name="Forma Livre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1" name="Forma Livre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2" name="Forma Livre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3" name="Forma Livre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4" name="Forma Livre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5" name="Forma Livre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6" name="Forma Livre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7" name="Forma Livre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8" name="Forma Livre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9" name="Forma Livre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0" name="Forma Livre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1" name="Forma Livre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2" name="Forma Livre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3" name="Forma Livre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4" name="Forma Livre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5" name="Forma Livre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6" name="Forma Livre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7" name="Forma Livre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8" name="Forma Livre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9" name="Forma Livre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0" name="Forma Livre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1" name="Forma Livre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2" name="Forma Livre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3" name="Forma Livre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4" name="Forma Livre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5" name="Forma Livre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6" name="Forma Livre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7" name="Forma Livre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8" name="Forma Livre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9" name="Forma Livre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0" name="Forma Livre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1" name="Forma Livre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2" name="Forma Livre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3" name="Forma Livre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4" name="Forma Livre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5" name="Forma Livre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6" name="Forma Livre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upo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orma Livre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0" name="Forma Livre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1" name="Forma Livre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2" name="Forma Livre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3" name="Forma Livre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4" name="Forma Livre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5" name="Forma Livre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6" name="Forma Livre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7" name="Forma Livre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8" name="Forma Livre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9" name="Forma Livre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0" name="Forma Livre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1" name="Forma Livre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2" name="Forma Livre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3" name="Forma Livre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4" name="Forma Livre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5" name="Forma Livre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6" name="Forma Livre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7" name="Forma Livre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8" name="Forma Livre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9" name="Forma Livre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0" name="Forma Livre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1" name="Forma Livre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2" name="Forma Livre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3" name="Forma Livre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4" name="Forma Livre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5" name="Forma Livre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6" name="Forma Livre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7" name="Forma Livre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8" name="Forma Livre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9" name="Forma Livre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0" name="Forma Livre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1" name="Forma Livre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2" name="Forma Livre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3" name="Forma Livre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4" name="Forma Livre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5" name="Forma Livre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6" name="Forma Livre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7" name="Forma Livre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8" name="Forma Livre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9" name="Forma Livre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0" name="Forma Livre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1" name="Forma Livre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2" name="Forma Livre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3" name="Forma Livre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4" name="Forma Livre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5" name="Forma Livre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6" name="Forma Livre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7" name="Forma Livre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8" name="Forma Livre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9" name="Forma Livre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0" name="Forma Livre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1" name="Forma Livre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2" name="Forma Livre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3" name="Forma Livre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4" name="Forma Livre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5" name="Forma Livre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6" name="Forma Livre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7" name="Forma Livre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8" name="Forma Livre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9" name="Forma Livre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0" name="Forma Livre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1" name="Forma Livre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2" name="Forma Livre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3" name="Forma Livre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4" name="Forma Livre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5" name="Forma Livre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6" name="Forma Livre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7" name="Forma Livre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8" name="Forma Livre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9" name="Forma Livre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0" name="Forma Livre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1" name="Forma Livre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2" name="Forma Livre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pt-BR" dirty="0"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184FD6-C734-4162-88D8-0C01192F6E9B}" type="datetime1">
              <a:rPr lang="pt-BR" smtClean="0"/>
              <a:t>11/04/2024</a:t>
            </a:fld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grpSp>
        <p:nvGrpSpPr>
          <p:cNvPr id="7" name="linha" descr="Gráfico de linh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orma Livre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9" name="Forma Livre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0" name="Forma Livre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1" name="Forma Liv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2" name="Forma Liv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3" name="Forma Liv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4" name="Forma Liv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5" name="Forma Liv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" name="Forma Liv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" name="Forma Liv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" name="Forma Liv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" name="Forma Liv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" name="Forma Liv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" name="Forma Liv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" name="Forma Liv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" name="Forma Liv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4" name="Forma Liv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5" name="Forma Liv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6" name="Forma Liv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7" name="Forma Liv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8" name="Forma Liv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9" name="Forma Liv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30" name="Forma Liv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31" name="Forma Liv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32" name="Forma Liv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33" name="Forma Liv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34" name="Forma Liv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35" name="Forma Liv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36" name="Forma Liv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37" name="Forma Liv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38" name="Forma Liv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39" name="Forma Liv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40" name="Forma Liv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41" name="Forma Liv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42" name="Forma Liv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43" name="Forma Liv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44" name="Forma Liv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45" name="Forma Liv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46" name="Forma Liv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47" name="Forma Liv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48" name="Forma Liv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49" name="Forma Liv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50" name="Forma Liv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51" name="Forma Liv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52" name="Forma Liv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53" name="Forma Liv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54" name="Forma Liv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55" name="Forma Liv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56" name="Forma Liv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57" name="Forma Liv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58" name="Forma Liv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59" name="Forma Liv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60" name="Forma Liv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61" name="Forma Liv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62" name="Forma Liv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63" name="Forma Liv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64" name="Forma Liv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65" name="Forma Liv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66" name="Forma Liv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67" name="Forma Liv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68" name="Forma Liv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69" name="Forma Liv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70" name="Forma Liv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71" name="Forma Liv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72" name="Forma Liv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73" name="Forma Liv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74" name="Forma Liv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75" name="Forma Liv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76" name="Forma Liv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77" name="Forma Liv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78" name="Forma Liv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79" name="Forma Liv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80" name="Forma Liv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81" name="Forma Liv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</p:grp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8215C2D-4C5F-41A8-B554-C650AF34C482}" type="datetime1">
              <a:rPr lang="pt-BR" smtClean="0"/>
              <a:t>11/04/2024</a:t>
            </a:fld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 rtlCol="0"/>
          <a:lstStyle/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grpSp>
        <p:nvGrpSpPr>
          <p:cNvPr id="7" name="linha" descr="Gráfico de linhas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orma Livre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9" name="Forma Livre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0" name="Forma Livre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1" name="Forma Liv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2" name="Forma Liv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3" name="Forma Liv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4" name="Forma Liv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5" name="Forma Liv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" name="Forma Liv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" name="Forma Liv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" name="Forma Liv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" name="Forma Liv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" name="Forma Liv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" name="Forma Liv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" name="Forma Liv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" name="Forma Liv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4" name="Forma Liv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5" name="Forma Liv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6" name="Forma Liv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7" name="Forma Liv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8" name="Forma Liv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9" name="Forma Liv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30" name="Forma Liv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31" name="Forma Liv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32" name="Forma Liv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33" name="Forma Liv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34" name="Forma Liv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35" name="Forma Liv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36" name="Forma Liv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37" name="Forma Liv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38" name="Forma Liv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39" name="Forma Liv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40" name="Forma Liv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41" name="Forma Liv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42" name="Forma Liv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43" name="Forma Liv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44" name="Forma Liv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45" name="Forma Liv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46" name="Forma Liv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47" name="Forma Liv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48" name="Forma Liv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49" name="Forma Liv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50" name="Forma Liv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51" name="Forma Liv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52" name="Forma Liv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53" name="Forma Liv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54" name="Forma Liv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55" name="Forma Liv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56" name="Forma Liv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57" name="Forma Liv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58" name="Forma Liv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59" name="Forma Liv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60" name="Forma Liv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61" name="Forma Liv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62" name="Forma Liv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63" name="Forma Liv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64" name="Forma Liv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65" name="Forma Liv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66" name="Forma Liv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67" name="Forma Liv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68" name="Forma Liv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69" name="Forma Liv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70" name="Forma Liv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71" name="Forma Liv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72" name="Forma Liv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73" name="Forma Liv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74" name="Forma Liv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75" name="Forma Liv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76" name="Forma Liv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77" name="Forma Liv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78" name="Forma Liv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79" name="Forma Liv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80" name="Forma Liv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81" name="Forma Liv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</p:grp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 rtlCol="0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pt-BR" dirty="0"/>
              <a:t>Clique para editar o texto Mestre</a:t>
            </a:r>
          </a:p>
          <a:p>
            <a:pPr lvl="1" rtl="0"/>
            <a:r>
              <a:rPr lang="pt-BR" dirty="0"/>
              <a:t>Segundo nível</a:t>
            </a:r>
          </a:p>
          <a:p>
            <a:pPr lvl="2" rtl="0"/>
            <a:r>
              <a:rPr lang="pt-BR" dirty="0"/>
              <a:t>Terceiro nível</a:t>
            </a:r>
          </a:p>
          <a:p>
            <a:pPr lvl="3" rtl="0"/>
            <a:r>
              <a:rPr lang="pt-BR" dirty="0"/>
              <a:t>Quarto nível</a:t>
            </a:r>
          </a:p>
          <a:p>
            <a:pPr lvl="4" rtl="0"/>
            <a:r>
              <a:rPr lang="pt-BR" dirty="0"/>
              <a:t>Quinto nível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E39326-9852-4665-8E10-5CCFE1522248}" type="datetime1">
              <a:rPr lang="pt-BR" smtClean="0"/>
              <a:t>11/04/2024</a:t>
            </a:fld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dirty="0"/>
              <a:t>Clique para editar o texto Mestre</a:t>
            </a:r>
          </a:p>
          <a:p>
            <a:pPr lvl="1" rtl="0"/>
            <a:r>
              <a:rPr lang="pt-BR" dirty="0"/>
              <a:t>Segundo nível</a:t>
            </a:r>
          </a:p>
          <a:p>
            <a:pPr lvl="2" rtl="0"/>
            <a:r>
              <a:rPr lang="pt-BR" dirty="0"/>
              <a:t>Terceiro nível</a:t>
            </a:r>
          </a:p>
          <a:p>
            <a:pPr lvl="3" rtl="0"/>
            <a:r>
              <a:rPr lang="pt-BR" dirty="0"/>
              <a:t>Quarto nível</a:t>
            </a:r>
          </a:p>
          <a:p>
            <a:pPr lvl="4" rtl="0"/>
            <a:r>
              <a:rPr lang="pt-BR" dirty="0"/>
              <a:t>Quinto nível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9758D4F-735F-46FE-9FCB-4849D9F60668}" type="datetime1">
              <a:rPr lang="pt-BR" smtClean="0"/>
              <a:t>11/04/2024</a:t>
            </a:fld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algn="ctr" rtl="0"/>
            <a:r>
              <a:rPr lang="pt-BR" dirty="0"/>
              <a:t>CSS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r>
              <a:rPr lang="pt-BR" dirty="0" err="1"/>
              <a:t>Cascading</a:t>
            </a:r>
            <a:r>
              <a:rPr lang="pt-BR" dirty="0"/>
              <a:t> </a:t>
            </a:r>
            <a:r>
              <a:rPr lang="pt-BR" dirty="0" err="1"/>
              <a:t>Style</a:t>
            </a:r>
            <a:r>
              <a:rPr lang="pt-BR" dirty="0"/>
              <a:t> </a:t>
            </a:r>
            <a:r>
              <a:rPr lang="pt-BR" dirty="0" err="1"/>
              <a:t>Sheets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b="1" dirty="0"/>
              <a:t>CSS – FOLHA DE ESTILO EM CASCATA</a:t>
            </a:r>
            <a:endParaRPr lang="pt-BR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r>
              <a:rPr lang="pt-BR" dirty="0"/>
              <a:t>O CSS é uma ferramenta fantástica para construção do layout dos seus websites.</a:t>
            </a:r>
          </a:p>
          <a:p>
            <a:r>
              <a:rPr lang="pt-BR" dirty="0"/>
              <a:t>Permite que você projete websites com uma técnica completamente diferente da convencional e possibilita uma considerável redução de tempo de trabalho.</a:t>
            </a:r>
          </a:p>
          <a:p>
            <a:r>
              <a:rPr lang="pt-BR" dirty="0"/>
              <a:t>Conhecer CSS é uma necessidade para qualquer um envolvido com o projeto web.</a:t>
            </a:r>
          </a:p>
          <a:p>
            <a:r>
              <a:rPr lang="pt-BR" dirty="0"/>
              <a:t>HTML é usado para estruturar conteúdos. CSS é usado para formatar conteúdos estruturados.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INICIO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Usando </a:t>
            </a:r>
            <a:r>
              <a:rPr lang="pt-BR" b="1" dirty="0"/>
              <a:t>HTML</a:t>
            </a:r>
            <a:r>
              <a:rPr lang="pt-BR" dirty="0"/>
              <a:t> podemos fazer assim: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  <a:p>
            <a:pPr marL="0" indent="0">
              <a:buNone/>
            </a:pPr>
            <a:r>
              <a:rPr lang="pt-BR" dirty="0"/>
              <a:t>	&lt;body </a:t>
            </a:r>
            <a:r>
              <a:rPr lang="pt-BR" dirty="0" err="1"/>
              <a:t>bgcolor</a:t>
            </a:r>
            <a:r>
              <a:rPr lang="pt-BR" dirty="0"/>
              <a:t>="#FF0000"&gt;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  <a:p>
            <a:pPr marL="0" indent="0">
              <a:buNone/>
            </a:pPr>
            <a:r>
              <a:rPr lang="pt-BR" dirty="0"/>
              <a:t>Com </a:t>
            </a:r>
            <a:r>
              <a:rPr lang="pt-BR" b="1" dirty="0"/>
              <a:t>CSS</a:t>
            </a:r>
            <a:r>
              <a:rPr lang="pt-BR" dirty="0"/>
              <a:t> o mesmo resultado será obtido assim: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  <a:p>
            <a:pPr marL="0" indent="0">
              <a:buNone/>
            </a:pPr>
            <a:r>
              <a:rPr lang="pt-BR" dirty="0"/>
              <a:t>	</a:t>
            </a:r>
            <a:r>
              <a:rPr lang="pt-BR" b="1" dirty="0"/>
              <a:t>body {background-color: #FF0000;}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84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DE COMANDO</a:t>
            </a:r>
          </a:p>
        </p:txBody>
      </p:sp>
      <p:pic>
        <p:nvPicPr>
          <p:cNvPr id="1026" name="Imagem 1" descr="Figura explicando seletor, propriedade e val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116" y="2420888"/>
            <a:ext cx="5684590" cy="2914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542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EXISTEM 3 MODOS DE APLICAR O CSS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22414" y="1628800"/>
            <a:ext cx="9144000" cy="5112568"/>
          </a:xfrm>
        </p:spPr>
        <p:txBody>
          <a:bodyPr>
            <a:normAutofit fontScale="62500" lnSpcReduction="20000"/>
          </a:bodyPr>
          <a:lstStyle/>
          <a:p>
            <a:r>
              <a:rPr lang="pt-BR" dirty="0"/>
              <a:t>MÉTODO  1: </a:t>
            </a:r>
            <a:r>
              <a:rPr lang="pt-BR" b="1" dirty="0" err="1"/>
              <a:t>In-line</a:t>
            </a:r>
            <a:r>
              <a:rPr lang="pt-BR" b="1" dirty="0"/>
              <a:t> (o atributo </a:t>
            </a:r>
            <a:r>
              <a:rPr lang="pt-BR" b="1" dirty="0" err="1"/>
              <a:t>style</a:t>
            </a:r>
            <a:r>
              <a:rPr lang="pt-BR" b="1" dirty="0"/>
              <a:t>)</a:t>
            </a:r>
          </a:p>
          <a:p>
            <a:pPr marL="0" indent="0">
              <a:buNone/>
            </a:pPr>
            <a:r>
              <a:rPr lang="pt-BR" dirty="0"/>
              <a:t>Uma maneira de aplicar CSS é pelo uso do atributo </a:t>
            </a:r>
            <a:r>
              <a:rPr lang="pt-BR" dirty="0" err="1"/>
              <a:t>style</a:t>
            </a:r>
            <a:r>
              <a:rPr lang="pt-BR" dirty="0"/>
              <a:t> do HTML. Tomando como base o exemplo mostrado anteriormente a cor vermelha para o fundo da página pode ser aplicada conforme mostrado a seguir:</a:t>
            </a:r>
          </a:p>
          <a:p>
            <a:pPr marL="0" indent="0">
              <a:buNone/>
            </a:pPr>
            <a:r>
              <a:rPr lang="pt-BR" dirty="0"/>
              <a:t> 	</a:t>
            </a:r>
            <a:r>
              <a:rPr lang="en-US" dirty="0"/>
              <a:t>&lt;html&gt;</a:t>
            </a:r>
            <a:endParaRPr lang="pt-BR" dirty="0"/>
          </a:p>
          <a:p>
            <a:pPr marL="0" indent="0">
              <a:buNone/>
            </a:pPr>
            <a:r>
              <a:rPr lang="en-US" dirty="0"/>
              <a:t>	  &lt;head&gt;</a:t>
            </a:r>
            <a:endParaRPr lang="pt-BR" dirty="0"/>
          </a:p>
          <a:p>
            <a:pPr marL="0" indent="0">
              <a:buNone/>
            </a:pPr>
            <a:r>
              <a:rPr lang="en-US" dirty="0"/>
              <a:t>		&lt;title&gt;</a:t>
            </a:r>
            <a:r>
              <a:rPr lang="en-US" dirty="0" err="1"/>
              <a:t>Exemplo</a:t>
            </a:r>
            <a:r>
              <a:rPr lang="en-US" dirty="0"/>
              <a:t>&lt;/title&gt;</a:t>
            </a:r>
            <a:endParaRPr lang="pt-BR" dirty="0"/>
          </a:p>
          <a:p>
            <a:pPr marL="0" indent="0">
              <a:buNone/>
            </a:pPr>
            <a:r>
              <a:rPr lang="en-US" dirty="0"/>
              <a:t>	  &lt;/head&gt;</a:t>
            </a:r>
            <a:endParaRPr lang="pt-BR" dirty="0"/>
          </a:p>
          <a:p>
            <a:pPr marL="0" indent="0">
              <a:buNone/>
            </a:pPr>
            <a:r>
              <a:rPr lang="en-US" dirty="0"/>
              <a:t>	  </a:t>
            </a:r>
            <a:r>
              <a:rPr lang="en-US" b="1" dirty="0"/>
              <a:t>&lt;body style="background-color: #FF0000;"&gt;</a:t>
            </a:r>
            <a:endParaRPr lang="pt-BR" dirty="0"/>
          </a:p>
          <a:p>
            <a:pPr marL="0" indent="0">
              <a:buNone/>
            </a:pPr>
            <a:r>
              <a:rPr lang="en-US" dirty="0"/>
              <a:t> 		</a:t>
            </a:r>
            <a:r>
              <a:rPr lang="pt-BR" dirty="0"/>
              <a:t>&lt;p </a:t>
            </a:r>
            <a:r>
              <a:rPr lang="pt-BR" dirty="0" err="1"/>
              <a:t>style</a:t>
            </a:r>
            <a:r>
              <a:rPr lang="pt-BR" dirty="0"/>
              <a:t>= </a:t>
            </a:r>
            <a:r>
              <a:rPr lang="pt-BR" dirty="0" err="1"/>
              <a:t>font-style</a:t>
            </a:r>
            <a:r>
              <a:rPr lang="pt-BR" dirty="0"/>
              <a:t>: </a:t>
            </a:r>
            <a:r>
              <a:rPr lang="pt-BR" dirty="0" err="1"/>
              <a:t>italic</a:t>
            </a:r>
            <a:r>
              <a:rPr lang="pt-BR" dirty="0"/>
              <a:t>; </a:t>
            </a:r>
            <a:r>
              <a:rPr lang="pt-BR" dirty="0" err="1"/>
              <a:t>font-weight</a:t>
            </a:r>
            <a:r>
              <a:rPr lang="pt-BR" dirty="0"/>
              <a:t>: </a:t>
            </a:r>
            <a:r>
              <a:rPr lang="pt-BR" dirty="0" err="1"/>
              <a:t>bold</a:t>
            </a:r>
            <a:r>
              <a:rPr lang="pt-BR" dirty="0"/>
              <a:t>; </a:t>
            </a:r>
            <a:r>
              <a:rPr lang="pt-BR" dirty="0" err="1"/>
              <a:t>font-size</a:t>
            </a:r>
            <a:r>
              <a:rPr lang="pt-BR" dirty="0"/>
              <a:t>: 30px;  &gt;</a:t>
            </a:r>
          </a:p>
          <a:p>
            <a:pPr marL="0" indent="0">
              <a:buNone/>
            </a:pPr>
            <a:r>
              <a:rPr lang="pt-BR" dirty="0"/>
              <a:t>			Esta é uma página com fundo vermelho</a:t>
            </a:r>
          </a:p>
          <a:p>
            <a:pPr marL="0" indent="0">
              <a:buNone/>
            </a:pPr>
            <a:r>
              <a:rPr lang="pt-BR" dirty="0"/>
              <a:t>		&lt;/p&gt;</a:t>
            </a:r>
          </a:p>
          <a:p>
            <a:pPr marL="0" indent="0">
              <a:buNone/>
            </a:pPr>
            <a:r>
              <a:rPr lang="pt-BR" dirty="0"/>
              <a:t>	  </a:t>
            </a:r>
            <a:r>
              <a:rPr lang="en-US" dirty="0"/>
              <a:t>&lt;/body&gt;</a:t>
            </a:r>
            <a:endParaRPr lang="pt-BR" dirty="0"/>
          </a:p>
          <a:p>
            <a:pPr marL="0" indent="0">
              <a:buNone/>
            </a:pPr>
            <a:r>
              <a:rPr lang="en-US" dirty="0"/>
              <a:t>	&lt;/html&gt;</a:t>
            </a:r>
          </a:p>
          <a:p>
            <a:pPr marL="0" indent="0">
              <a:buNone/>
            </a:pPr>
            <a:r>
              <a:rPr lang="en-US" dirty="0"/>
              <a:t>Obs.: O ARQUIVO DEVER SER SALVO COM A EXTENSÃO HTML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43062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</a:t>
            </a:r>
          </a:p>
        </p:txBody>
      </p:sp>
      <p:pic>
        <p:nvPicPr>
          <p:cNvPr id="4" name="Imagem 3" descr="Exemplo - Google Chrom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924" y="1988840"/>
            <a:ext cx="7624137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164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22414" y="1628800"/>
            <a:ext cx="9144000" cy="4267200"/>
          </a:xfrm>
        </p:spPr>
        <p:txBody>
          <a:bodyPr>
            <a:normAutofit fontScale="55000" lnSpcReduction="20000"/>
          </a:bodyPr>
          <a:lstStyle/>
          <a:p>
            <a:r>
              <a:rPr lang="pt-BR" b="1" dirty="0"/>
              <a:t>Método 2: Interno (a </a:t>
            </a:r>
            <a:r>
              <a:rPr lang="pt-BR" b="1" dirty="0" err="1"/>
              <a:t>tag</a:t>
            </a:r>
            <a:r>
              <a:rPr lang="pt-BR" b="1" dirty="0"/>
              <a:t> </a:t>
            </a:r>
            <a:r>
              <a:rPr lang="pt-BR" b="1" dirty="0" err="1"/>
              <a:t>style</a:t>
            </a:r>
            <a:r>
              <a:rPr lang="pt-BR" b="1" dirty="0"/>
              <a:t>)</a:t>
            </a:r>
          </a:p>
          <a:p>
            <a:r>
              <a:rPr lang="pt-BR" dirty="0"/>
              <a:t>Uma outra maneira de aplicar CSS e pelo uso da </a:t>
            </a:r>
            <a:r>
              <a:rPr lang="pt-BR" dirty="0" err="1"/>
              <a:t>tag</a:t>
            </a:r>
            <a:r>
              <a:rPr lang="pt-BR" dirty="0"/>
              <a:t> &lt;</a:t>
            </a:r>
            <a:r>
              <a:rPr lang="pt-BR" dirty="0" err="1"/>
              <a:t>style</a:t>
            </a:r>
            <a:r>
              <a:rPr lang="pt-BR" dirty="0"/>
              <a:t>&gt; do HTML usado no cabeçalho. </a:t>
            </a:r>
            <a:r>
              <a:rPr lang="en-US" dirty="0"/>
              <a:t>Como </a:t>
            </a:r>
            <a:r>
              <a:rPr lang="en-US" dirty="0" err="1"/>
              <a:t>mostrado</a:t>
            </a:r>
            <a:r>
              <a:rPr lang="en-US" dirty="0"/>
              <a:t> a </a:t>
            </a:r>
            <a:r>
              <a:rPr lang="en-US" dirty="0" err="1"/>
              <a:t>seguir</a:t>
            </a:r>
            <a:r>
              <a:rPr lang="en-US" dirty="0"/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&lt;html&gt;</a:t>
            </a:r>
            <a:endParaRPr lang="pt-BR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&lt;head&gt;</a:t>
            </a:r>
            <a:endParaRPr lang="pt-BR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&lt;title&gt;</a:t>
            </a:r>
            <a:endParaRPr lang="pt-BR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	</a:t>
            </a:r>
            <a:r>
              <a:rPr lang="en-US" dirty="0" err="1"/>
              <a:t>Exemplo</a:t>
            </a:r>
            <a:endParaRPr lang="pt-BR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&lt;/title&gt;</a:t>
            </a:r>
            <a:endParaRPr lang="pt-BR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/>
              <a:t>		&lt;style type="text/</a:t>
            </a:r>
            <a:r>
              <a:rPr lang="en-US" b="1" dirty="0" err="1"/>
              <a:t>css</a:t>
            </a:r>
            <a:r>
              <a:rPr lang="en-US" b="1" dirty="0"/>
              <a:t>"&gt;</a:t>
            </a:r>
            <a:endParaRPr lang="pt-BR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/>
              <a:t>	</a:t>
            </a:r>
            <a:r>
              <a:rPr lang="en-US" dirty="0"/>
              <a:t> 		</a:t>
            </a:r>
            <a:r>
              <a:rPr lang="pt-BR" dirty="0"/>
              <a:t> p{ </a:t>
            </a:r>
            <a:r>
              <a:rPr lang="pt-BR" dirty="0" err="1"/>
              <a:t>font-style</a:t>
            </a:r>
            <a:r>
              <a:rPr lang="pt-BR" dirty="0"/>
              <a:t>: </a:t>
            </a:r>
            <a:r>
              <a:rPr lang="pt-BR" dirty="0" err="1"/>
              <a:t>italic</a:t>
            </a:r>
            <a:r>
              <a:rPr lang="pt-BR" dirty="0"/>
              <a:t>; </a:t>
            </a:r>
            <a:r>
              <a:rPr lang="pt-BR" dirty="0" err="1"/>
              <a:t>font-weight</a:t>
            </a:r>
            <a:r>
              <a:rPr lang="pt-BR" dirty="0"/>
              <a:t>: </a:t>
            </a:r>
            <a:r>
              <a:rPr lang="pt-BR" dirty="0" err="1"/>
              <a:t>bold</a:t>
            </a:r>
            <a:r>
              <a:rPr lang="pt-BR" dirty="0"/>
              <a:t>; </a:t>
            </a:r>
            <a:r>
              <a:rPr lang="pt-BR" dirty="0" err="1"/>
              <a:t>font-size</a:t>
            </a:r>
            <a:r>
              <a:rPr lang="pt-BR" dirty="0"/>
              <a:t>: 30px</a:t>
            </a:r>
            <a:r>
              <a:rPr lang="pt-BR"/>
              <a:t>;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/>
              <a:t> </a:t>
            </a:r>
            <a:r>
              <a:rPr lang="en-US" b="1" dirty="0"/>
              <a:t>		</a:t>
            </a:r>
            <a:r>
              <a:rPr lang="pt-BR" b="1" dirty="0"/>
              <a:t>&lt;/</a:t>
            </a:r>
            <a:r>
              <a:rPr lang="pt-BR" b="1" dirty="0" err="1"/>
              <a:t>style</a:t>
            </a:r>
            <a:r>
              <a:rPr lang="pt-BR" b="1" dirty="0"/>
              <a:t>&gt;</a:t>
            </a:r>
            <a:endParaRPr lang="pt-BR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b="1" dirty="0"/>
              <a:t>	</a:t>
            </a:r>
            <a:r>
              <a:rPr lang="pt-BR" dirty="0"/>
              <a:t>&lt;/</a:t>
            </a:r>
            <a:r>
              <a:rPr lang="pt-BR" dirty="0" err="1"/>
              <a:t>head</a:t>
            </a:r>
            <a:r>
              <a:rPr lang="pt-BR" dirty="0"/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dirty="0"/>
              <a:t>	&lt;</a:t>
            </a:r>
            <a:r>
              <a:rPr lang="pt-BR" dirty="0" err="1"/>
              <a:t>body</a:t>
            </a:r>
            <a:r>
              <a:rPr lang="pt-BR" dirty="0"/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dirty="0"/>
              <a:t>		&lt;p&gt;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dirty="0"/>
              <a:t>			Esta é uma página com fundo vermelho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dirty="0"/>
              <a:t>		&lt;/p&gt;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dirty="0"/>
              <a:t>	&lt;/</a:t>
            </a:r>
            <a:r>
              <a:rPr lang="pt-BR" dirty="0" err="1"/>
              <a:t>body</a:t>
            </a:r>
            <a:r>
              <a:rPr lang="pt-BR" dirty="0"/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dirty="0"/>
              <a:t>&lt;/</a:t>
            </a:r>
            <a:r>
              <a:rPr lang="pt-BR" dirty="0" err="1"/>
              <a:t>html</a:t>
            </a:r>
            <a:r>
              <a:rPr lang="pt-BR" dirty="0"/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pt-BR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dirty="0"/>
              <a:t>OBS.: O ARQUIVO DEVE SER SALVO COM A EXTENSÃO HTML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EXISTEM 3 MODOS </a:t>
            </a:r>
            <a:r>
              <a:rPr lang="pt-BR" sz="2400" dirty="0"/>
              <a:t>DE</a:t>
            </a:r>
            <a:r>
              <a:rPr lang="pt-BR" dirty="0"/>
              <a:t> APLICAR O CSS</a:t>
            </a:r>
          </a:p>
        </p:txBody>
      </p:sp>
    </p:spTree>
    <p:extLst>
      <p:ext uri="{BB962C8B-B14F-4D97-AF65-F5344CB8AC3E}">
        <p14:creationId xmlns:p14="http://schemas.microsoft.com/office/powerpoint/2010/main" val="1792358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</a:t>
            </a:r>
          </a:p>
        </p:txBody>
      </p:sp>
      <p:pic>
        <p:nvPicPr>
          <p:cNvPr id="4" name="Imagem 3" descr="Exemplo - Google Chrom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924" y="1988840"/>
            <a:ext cx="7624137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70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Método 3: Externo (link para uma folha de estilos)</a:t>
            </a:r>
          </a:p>
          <a:p>
            <a:r>
              <a:rPr lang="pt-BR" dirty="0"/>
              <a:t>Uma folha de estilos externa é um simples arquivo de texto com a extensão </a:t>
            </a:r>
            <a:r>
              <a:rPr lang="pt-BR" b="1" dirty="0"/>
              <a:t>.</a:t>
            </a:r>
            <a:r>
              <a:rPr lang="pt-BR" b="1" dirty="0" err="1"/>
              <a:t>css</a:t>
            </a:r>
            <a:r>
              <a:rPr lang="pt-BR" dirty="0"/>
              <a:t>. Tal como com qualquer outro tipo de arquivo você pode colocar uma folha de estilos tanto no servidor como no disco rígido.</a:t>
            </a:r>
          </a:p>
          <a:p>
            <a:r>
              <a:rPr lang="pt-BR" dirty="0"/>
              <a:t>Vamos supor, por exemplo, que sua folha de estilos tenha sido nomeada de </a:t>
            </a:r>
            <a:r>
              <a:rPr lang="pt-BR" b="1" dirty="0"/>
              <a:t>style.css</a:t>
            </a:r>
            <a:r>
              <a:rPr lang="pt-BR" dirty="0"/>
              <a:t> e está localizada no diretório </a:t>
            </a:r>
            <a:r>
              <a:rPr lang="pt-BR" b="1" dirty="0" err="1"/>
              <a:t>style</a:t>
            </a:r>
            <a:r>
              <a:rPr lang="pt-BR" dirty="0"/>
              <a:t>.</a:t>
            </a:r>
          </a:p>
          <a:p>
            <a:r>
              <a:rPr lang="pt-BR" dirty="0"/>
              <a:t>Tal situação está mostrada a seguir:</a:t>
            </a:r>
          </a:p>
          <a:p>
            <a:pPr marL="0" indent="0">
              <a:buNone/>
            </a:pPr>
            <a:r>
              <a:rPr lang="en-US" dirty="0"/>
              <a:t>	&lt;link </a:t>
            </a:r>
            <a:r>
              <a:rPr lang="en-US" dirty="0" err="1"/>
              <a:t>rel</a:t>
            </a:r>
            <a:r>
              <a:rPr lang="en-US" dirty="0"/>
              <a:t>="stylesheet" type="text/</a:t>
            </a:r>
            <a:r>
              <a:rPr lang="en-US" dirty="0" err="1"/>
              <a:t>css</a:t>
            </a:r>
            <a:r>
              <a:rPr lang="en-US" dirty="0"/>
              <a:t>" </a:t>
            </a:r>
            <a:r>
              <a:rPr lang="en-US" b="1" dirty="0" err="1"/>
              <a:t>href</a:t>
            </a:r>
            <a:r>
              <a:rPr lang="en-US" b="1" dirty="0"/>
              <a:t>="style/style.css"</a:t>
            </a:r>
            <a:r>
              <a:rPr lang="en-US" dirty="0"/>
              <a:t> /&gt;</a:t>
            </a:r>
            <a:endParaRPr lang="pt-BR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EXISTEM 3 MODOS </a:t>
            </a:r>
            <a:r>
              <a:rPr lang="pt-BR" sz="2400" dirty="0"/>
              <a:t>DE</a:t>
            </a:r>
            <a:r>
              <a:rPr lang="pt-BR" dirty="0"/>
              <a:t> APLICAR O CSS</a:t>
            </a:r>
          </a:p>
        </p:txBody>
      </p:sp>
    </p:spTree>
    <p:extLst>
      <p:ext uri="{BB962C8B-B14F-4D97-AF65-F5344CB8AC3E}">
        <p14:creationId xmlns:p14="http://schemas.microsoft.com/office/powerpoint/2010/main" val="158469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Continuando a explicação do método 3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/>
              <a:t>Notar que o caminho para a folha de estilos é indicado no atributo </a:t>
            </a:r>
            <a:r>
              <a:rPr lang="pt-BR" dirty="0" err="1"/>
              <a:t>href</a:t>
            </a:r>
            <a:r>
              <a:rPr lang="pt-BR" dirty="0"/>
              <a:t>. </a:t>
            </a:r>
          </a:p>
          <a:p>
            <a:r>
              <a:rPr lang="pt-BR" dirty="0"/>
              <a:t>Esta linha de código deve ser inserida na seção header do documento HTML, isto é, entre as </a:t>
            </a:r>
            <a:r>
              <a:rPr lang="pt-BR" dirty="0" err="1"/>
              <a:t>tags</a:t>
            </a:r>
            <a:r>
              <a:rPr lang="pt-BR" dirty="0"/>
              <a:t> &lt;</a:t>
            </a:r>
            <a:r>
              <a:rPr lang="pt-BR" dirty="0" err="1"/>
              <a:t>head</a:t>
            </a:r>
            <a:r>
              <a:rPr lang="pt-BR" dirty="0"/>
              <a:t>&gt; e &lt;/</a:t>
            </a:r>
            <a:r>
              <a:rPr lang="pt-BR" dirty="0" err="1"/>
              <a:t>head</a:t>
            </a:r>
            <a:r>
              <a:rPr lang="pt-BR" dirty="0"/>
              <a:t>&gt;. </a:t>
            </a:r>
          </a:p>
          <a:p>
            <a:r>
              <a:rPr lang="pt-BR" dirty="0"/>
              <a:t>Conforme mostrado abaixo:</a:t>
            </a:r>
          </a:p>
          <a:p>
            <a:pPr marL="0" indent="0">
              <a:buNone/>
            </a:pPr>
            <a:r>
              <a:rPr lang="pt-BR" dirty="0"/>
              <a:t>&lt;</a:t>
            </a:r>
            <a:r>
              <a:rPr lang="pt-BR" dirty="0" err="1"/>
              <a:t>html</a:t>
            </a:r>
            <a:r>
              <a:rPr lang="pt-BR" dirty="0"/>
              <a:t>&gt;	</a:t>
            </a:r>
          </a:p>
          <a:p>
            <a:pPr marL="0" indent="0">
              <a:buNone/>
            </a:pPr>
            <a:r>
              <a:rPr lang="pt-BR" dirty="0"/>
              <a:t>	&lt;</a:t>
            </a:r>
            <a:r>
              <a:rPr lang="pt-BR" dirty="0" err="1"/>
              <a:t>head</a:t>
            </a:r>
            <a:r>
              <a:rPr lang="pt-BR" dirty="0"/>
              <a:t>&gt;</a:t>
            </a:r>
          </a:p>
          <a:p>
            <a:pPr marL="0" indent="0">
              <a:buNone/>
            </a:pPr>
            <a:r>
              <a:rPr lang="pt-BR" dirty="0"/>
              <a:t>		</a:t>
            </a:r>
            <a:r>
              <a:rPr lang="en-US" dirty="0"/>
              <a:t>&lt;title&gt;Meu </a:t>
            </a:r>
            <a:r>
              <a:rPr lang="en-US" dirty="0" err="1"/>
              <a:t>documento</a:t>
            </a:r>
            <a:r>
              <a:rPr lang="en-US" dirty="0"/>
              <a:t>&lt;/title&gt;</a:t>
            </a:r>
          </a:p>
          <a:p>
            <a:pPr marL="0" indent="0">
              <a:buNone/>
            </a:pPr>
            <a:r>
              <a:rPr lang="en-US" b="1" dirty="0"/>
              <a:t>		&lt;link </a:t>
            </a:r>
            <a:r>
              <a:rPr lang="en-US" b="1" dirty="0" err="1"/>
              <a:t>rel</a:t>
            </a:r>
            <a:r>
              <a:rPr lang="en-US" b="1" dirty="0"/>
              <a:t>="stylesheet" type="text/</a:t>
            </a:r>
            <a:r>
              <a:rPr lang="en-US" b="1" dirty="0" err="1"/>
              <a:t>css</a:t>
            </a:r>
            <a:r>
              <a:rPr lang="en-US" b="1" dirty="0"/>
              <a:t>" </a:t>
            </a:r>
            <a:r>
              <a:rPr lang="en-US" b="1" dirty="0" err="1"/>
              <a:t>href</a:t>
            </a:r>
            <a:r>
              <a:rPr lang="en-US" b="1" dirty="0"/>
              <a:t>="style/style.css" /&gt; </a:t>
            </a:r>
            <a:r>
              <a:rPr lang="en-US" dirty="0"/>
              <a:t> 	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pt-BR" dirty="0"/>
              <a:t>&lt;/</a:t>
            </a:r>
            <a:r>
              <a:rPr lang="pt-BR" dirty="0" err="1"/>
              <a:t>head</a:t>
            </a:r>
            <a:r>
              <a:rPr lang="pt-BR" dirty="0"/>
              <a:t>&gt;</a:t>
            </a:r>
          </a:p>
          <a:p>
            <a:pPr marL="0" indent="0">
              <a:buNone/>
            </a:pPr>
            <a:r>
              <a:rPr lang="pt-BR" dirty="0"/>
              <a:t>&lt;</a:t>
            </a:r>
            <a:r>
              <a:rPr lang="pt-BR" dirty="0" err="1"/>
              <a:t>body</a:t>
            </a:r>
            <a:r>
              <a:rPr lang="pt-BR" dirty="0"/>
              <a:t>&gt;</a:t>
            </a:r>
          </a:p>
          <a:p>
            <a:pPr marL="0" indent="0">
              <a:buNone/>
            </a:pPr>
            <a:r>
              <a:rPr lang="pt-BR" dirty="0"/>
              <a:t>Obs.: Note que o arquivo style.css termina com a extensão CSS e não como HTML. Lembre-se também que estamos fazendo um link que esta no cabeçalho do arquivo com extensão </a:t>
            </a:r>
            <a:r>
              <a:rPr lang="pt-BR" dirty="0" err="1"/>
              <a:t>html</a:t>
            </a:r>
            <a:r>
              <a:rPr lang="pt-BR" dirty="0"/>
              <a:t>. Também fique atento em relação aos locais onde os arquivos estão salvos e  que serão mostrados nos exemplos.</a:t>
            </a:r>
          </a:p>
        </p:txBody>
      </p:sp>
      <p:cxnSp>
        <p:nvCxnSpPr>
          <p:cNvPr id="5" name="Conector de seta reta 4"/>
          <p:cNvCxnSpPr/>
          <p:nvPr/>
        </p:nvCxnSpPr>
        <p:spPr>
          <a:xfrm flipV="1">
            <a:off x="7246540" y="4005064"/>
            <a:ext cx="0" cy="360040"/>
          </a:xfrm>
          <a:prstGeom prst="straightConnector1">
            <a:avLst/>
          </a:prstGeom>
          <a:ln w="25400">
            <a:miter lim="800000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6671588" y="3501008"/>
            <a:ext cx="1149904" cy="4247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pt-BR" sz="1200" dirty="0"/>
              <a:t>Local do arquivo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8326660" y="4797152"/>
            <a:ext cx="1149904" cy="4247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pt-BR" sz="1200" dirty="0"/>
              <a:t>nome do arquivo</a:t>
            </a:r>
          </a:p>
        </p:txBody>
      </p:sp>
      <p:cxnSp>
        <p:nvCxnSpPr>
          <p:cNvPr id="9" name="Conector angulado 8"/>
          <p:cNvCxnSpPr/>
          <p:nvPr/>
        </p:nvCxnSpPr>
        <p:spPr>
          <a:xfrm>
            <a:off x="7678588" y="4581128"/>
            <a:ext cx="648072" cy="428390"/>
          </a:xfrm>
          <a:prstGeom prst="bentConnector3">
            <a:avLst/>
          </a:prstGeom>
          <a:ln w="25400">
            <a:miter lim="800000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/>
          <p:nvPr/>
        </p:nvCxnSpPr>
        <p:spPr>
          <a:xfrm>
            <a:off x="3718148" y="4600784"/>
            <a:ext cx="0" cy="262818"/>
          </a:xfrm>
          <a:prstGeom prst="straightConnector1">
            <a:avLst/>
          </a:prstGeom>
          <a:ln w="25400">
            <a:miter lim="800000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3286656" y="5009518"/>
            <a:ext cx="862984" cy="4247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pt-BR" sz="1200" dirty="0" err="1"/>
              <a:t>Linkar</a:t>
            </a:r>
            <a:r>
              <a:rPr lang="pt-BR" sz="1200" dirty="0"/>
              <a:t> arquivo</a:t>
            </a:r>
          </a:p>
        </p:txBody>
      </p:sp>
      <p:cxnSp>
        <p:nvCxnSpPr>
          <p:cNvPr id="11" name="Conector de seta reta 10"/>
          <p:cNvCxnSpPr/>
          <p:nvPr/>
        </p:nvCxnSpPr>
        <p:spPr>
          <a:xfrm>
            <a:off x="6093856" y="4581128"/>
            <a:ext cx="0" cy="262818"/>
          </a:xfrm>
          <a:prstGeom prst="straightConnector1">
            <a:avLst/>
          </a:prstGeom>
          <a:ln w="25400">
            <a:miter lim="800000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5662364" y="4946346"/>
            <a:ext cx="862984" cy="4247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pt-BR" sz="1200" dirty="0"/>
              <a:t>tipo arquivo</a:t>
            </a:r>
          </a:p>
        </p:txBody>
      </p:sp>
      <p:cxnSp>
        <p:nvCxnSpPr>
          <p:cNvPr id="13" name="Conector de seta reta 12"/>
          <p:cNvCxnSpPr/>
          <p:nvPr/>
        </p:nvCxnSpPr>
        <p:spPr>
          <a:xfrm>
            <a:off x="4869720" y="4620903"/>
            <a:ext cx="0" cy="262818"/>
          </a:xfrm>
          <a:prstGeom prst="straightConnector1">
            <a:avLst/>
          </a:prstGeom>
          <a:ln w="25400">
            <a:miter lim="800000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438228" y="5029637"/>
            <a:ext cx="862984" cy="2585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pt-BR" sz="1200" dirty="0"/>
              <a:t>estilo</a:t>
            </a:r>
          </a:p>
        </p:txBody>
      </p:sp>
    </p:spTree>
    <p:extLst>
      <p:ext uri="{BB962C8B-B14F-4D97-AF65-F5344CB8AC3E}">
        <p14:creationId xmlns:p14="http://schemas.microsoft.com/office/powerpoint/2010/main" val="1173971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F02804846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29463_TF02804846_TF02804846.potx" id="{6015D36F-FE88-4299-9413-9A6625F0A96F}" vid="{686326CD-C078-4685-B568-5DB8C1FEF170}"/>
    </a:ext>
  </a:extLst>
</a:theme>
</file>

<file path=ppt/theme/theme2.xml><?xml version="1.0" encoding="utf-8"?>
<a:theme xmlns:a="http://schemas.openxmlformats.org/drawingml/2006/main" name="Tema do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AA46FA0EB10374EAD13049DDADCE40A" ma:contentTypeVersion="11" ma:contentTypeDescription="Crie um novo documento." ma:contentTypeScope="" ma:versionID="16af94215095106a61f4823059c5d8b6">
  <xsd:schema xmlns:xsd="http://www.w3.org/2001/XMLSchema" xmlns:xs="http://www.w3.org/2001/XMLSchema" xmlns:p="http://schemas.microsoft.com/office/2006/metadata/properties" xmlns:ns2="e1b5fafe-7b14-443c-b645-cb12302d210a" xmlns:ns3="ff9ea732-a098-4257-a054-af1a10a0bbf7" targetNamespace="http://schemas.microsoft.com/office/2006/metadata/properties" ma:root="true" ma:fieldsID="d82166d0c1a7fb1a8777552efe7e1fc0" ns2:_="" ns3:_="">
    <xsd:import namespace="e1b5fafe-7b14-443c-b645-cb12302d210a"/>
    <xsd:import namespace="ff9ea732-a098-4257-a054-af1a10a0bb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fafe-7b14-443c-b645-cb12302d21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3714fbfa-5ced-4307-b76a-786f22ad6a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9ea732-a098-4257-a054-af1a10a0bbf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c47ee3c-408d-489e-b063-8d4a4101c981}" ma:internalName="TaxCatchAll" ma:showField="CatchAllData" ma:web="ff9ea732-a098-4257-a054-af1a10a0bb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9D92B03-1C36-4C45-85AC-A9F3E33C06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D9B06E-B53F-499D-9464-781855D355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b5fafe-7b14-443c-b645-cb12302d210a"/>
    <ds:schemaRef ds:uri="ff9ea732-a098-4257-a054-af1a10a0bb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TF02804846</Template>
  <TotalTime>51</TotalTime>
  <Words>665</Words>
  <Application>Microsoft Office PowerPoint</Application>
  <PresentationFormat>Personalizar</PresentationFormat>
  <Paragraphs>77</Paragraphs>
  <Slides>10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TF02804846</vt:lpstr>
      <vt:lpstr>CSS</vt:lpstr>
      <vt:lpstr>CSS – FOLHA DE ESTILO EM CASCATA</vt:lpstr>
      <vt:lpstr>INICIO</vt:lpstr>
      <vt:lpstr>ESTRUTURA DE COMANDO</vt:lpstr>
      <vt:lpstr>EXISTEM 3 MODOS DE APLICAR O CSS</vt:lpstr>
      <vt:lpstr>Resultado</vt:lpstr>
      <vt:lpstr>EXISTEM 3 MODOS DE APLICAR O CSS</vt:lpstr>
      <vt:lpstr>RESULTADO</vt:lpstr>
      <vt:lpstr>EXISTEM 3 MODOS DE APLICAR O CSS</vt:lpstr>
      <vt:lpstr>Continuando a explicação do método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</dc:title>
  <dc:creator>Clodoaldo Bastos</dc:creator>
  <cp:lastModifiedBy>Admin</cp:lastModifiedBy>
  <cp:revision>9</cp:revision>
  <dcterms:created xsi:type="dcterms:W3CDTF">2020-04-02T06:06:16Z</dcterms:created>
  <dcterms:modified xsi:type="dcterms:W3CDTF">2024-04-11T14:52:40Z</dcterms:modified>
</cp:coreProperties>
</file>