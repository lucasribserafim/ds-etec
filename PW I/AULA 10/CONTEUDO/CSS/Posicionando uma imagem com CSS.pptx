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sldIdLst>
    <p:sldId id="256" r:id="rId4"/>
    <p:sldId id="257" r:id="rId5"/>
    <p:sldId id="259" r:id="rId6"/>
    <p:sldId id="258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09F19-3C76-CC56-26D5-4125072F1083}" v="9" dt="2024-04-25T17:38:35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SSA LIMA CEDRO" userId="S::raissa.cedro@etec.sp.gov.br::b0d377d9-2fc1-4a10-91de-6467e3fa6303" providerId="AD" clId="Web-{28709F19-3C76-CC56-26D5-4125072F1083}"/>
    <pc:docChg chg="modSld">
      <pc:chgData name="RAISSA LIMA CEDRO" userId="S::raissa.cedro@etec.sp.gov.br::b0d377d9-2fc1-4a10-91de-6467e3fa6303" providerId="AD" clId="Web-{28709F19-3C76-CC56-26D5-4125072F1083}" dt="2024-04-25T17:38:35.060" v="9" actId="20577"/>
      <pc:docMkLst>
        <pc:docMk/>
      </pc:docMkLst>
      <pc:sldChg chg="modSp">
        <pc:chgData name="RAISSA LIMA CEDRO" userId="S::raissa.cedro@etec.sp.gov.br::b0d377d9-2fc1-4a10-91de-6467e3fa6303" providerId="AD" clId="Web-{28709F19-3C76-CC56-26D5-4125072F1083}" dt="2024-04-25T17:37:55.387" v="5" actId="20577"/>
        <pc:sldMkLst>
          <pc:docMk/>
          <pc:sldMk cId="2540022298" sldId="257"/>
        </pc:sldMkLst>
        <pc:spChg chg="mod">
          <ac:chgData name="RAISSA LIMA CEDRO" userId="S::raissa.cedro@etec.sp.gov.br::b0d377d9-2fc1-4a10-91de-6467e3fa6303" providerId="AD" clId="Web-{28709F19-3C76-CC56-26D5-4125072F1083}" dt="2024-04-25T17:37:55.387" v="5" actId="20577"/>
          <ac:spMkLst>
            <pc:docMk/>
            <pc:sldMk cId="2540022298" sldId="257"/>
            <ac:spMk id="3" creationId="{A8D5E612-6BE3-4FF9-89B4-D51EEF147812}"/>
          </ac:spMkLst>
        </pc:spChg>
      </pc:sldChg>
      <pc:sldChg chg="modSp">
        <pc:chgData name="RAISSA LIMA CEDRO" userId="S::raissa.cedro@etec.sp.gov.br::b0d377d9-2fc1-4a10-91de-6467e3fa6303" providerId="AD" clId="Web-{28709F19-3C76-CC56-26D5-4125072F1083}" dt="2024-04-25T17:38:35.060" v="9" actId="20577"/>
        <pc:sldMkLst>
          <pc:docMk/>
          <pc:sldMk cId="3593044597" sldId="258"/>
        </pc:sldMkLst>
        <pc:spChg chg="mod">
          <ac:chgData name="RAISSA LIMA CEDRO" userId="S::raissa.cedro@etec.sp.gov.br::b0d377d9-2fc1-4a10-91de-6467e3fa6303" providerId="AD" clId="Web-{28709F19-3C76-CC56-26D5-4125072F1083}" dt="2024-04-25T17:38:35.060" v="9" actId="20577"/>
          <ac:spMkLst>
            <pc:docMk/>
            <pc:sldMk cId="3593044597" sldId="258"/>
            <ac:spMk id="5" creationId="{49296D3A-6351-42B0-AC63-0EFA83BB5F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vmedia.com.br/guia/css/3814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2D70A-950D-48C1-907E-83A0C2A0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16014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Posicionando uma imagem</a:t>
            </a:r>
          </a:p>
        </p:txBody>
      </p:sp>
    </p:spTree>
    <p:extLst>
      <p:ext uri="{BB962C8B-B14F-4D97-AF65-F5344CB8AC3E}">
        <p14:creationId xmlns:p14="http://schemas.microsoft.com/office/powerpoint/2010/main" val="28169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53B6F-DA60-41C7-BD5C-95E8FDFD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POSITION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5E612-6BE3-4FF9-89B4-D51EEF14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STATIC: 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Esse é o valor default de todo elemento HTML, ou seja, ele vai seguir o fluxo comum da sua página.</a:t>
            </a:r>
            <a:endParaRPr lang="pt-BR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pt-BR" dirty="0"/>
              <a:t>RELATIVE: 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Utilizando o position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Relative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 o elemento passa a aceitar as propriedades Top,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Bottom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,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Left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 e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Right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.</a:t>
            </a:r>
            <a:endParaRPr lang="pt-BR" b="0" i="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Source Serif Pro"/>
              <a:ea typeface="Source Serif Pro"/>
            </a:endParaRPr>
          </a:p>
          <a:p>
            <a:pPr marL="0" indent="0">
              <a:buNone/>
            </a:pPr>
            <a:r>
              <a:rPr lang="pt-BR" dirty="0"/>
              <a:t>ABSOLUTE: 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O position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Absolute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 é um grande quebra galho no </a:t>
            </a:r>
            <a:r>
              <a:rPr lang="pt-BR" b="1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Montserrat"/>
                <a:hlinkClick r:id="rId2" tooltip="_blan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CSS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. Com ele você pode posicionar qualquer elemento de acordo com o elemento pai que tenha um position diferente de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static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.</a:t>
            </a:r>
            <a:endParaRPr lang="pt-BR" b="0" i="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Source Serif Pro"/>
              <a:ea typeface="Source Serif Pro"/>
            </a:endParaRPr>
          </a:p>
          <a:p>
            <a:pPr marL="0" indent="0">
              <a:buNone/>
            </a:pPr>
            <a:r>
              <a:rPr lang="pt-BR" dirty="0"/>
              <a:t>FIXED: 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O position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fixed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 se comporta de maneira semelhante ao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absolute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, deixando de fazer parte do fluxo comum da página. Porém a grande diferença dele é que ele passa a se referenciar ao </a:t>
            </a:r>
            <a:r>
              <a:rPr lang="pt-BR" b="0" i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window</a:t>
            </a:r>
            <a:r>
              <a:rPr lang="pt-BR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ource Serif Pro"/>
              </a:rPr>
              <a:t> do seu navegador, ou seja, a área que aparece para o usuário independente de barra de rolagem</a:t>
            </a:r>
            <a:endParaRPr lang="pt-BR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02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F9603-FBDC-43E0-8ACF-AAB427AA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POSICIONANDO A IMAGEM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614868-4A74-409E-9F36-93C120D3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600" cap="all" dirty="0" err="1">
                <a:latin typeface="+mj-lt"/>
                <a:ea typeface="+mj-ea"/>
                <a:cs typeface="+mj-cs"/>
              </a:rPr>
              <a:t>img</a:t>
            </a:r>
            <a:r>
              <a:rPr lang="pt-BR" sz="3600" cap="all" dirty="0">
                <a:latin typeface="+mj-lt"/>
                <a:ea typeface="+mj-ea"/>
                <a:cs typeface="+mj-cs"/>
              </a:rPr>
              <a:t>{position: </a:t>
            </a:r>
            <a:r>
              <a:rPr lang="pt-BR" sz="3600" cap="all" dirty="0" err="1">
                <a:latin typeface="+mj-lt"/>
                <a:ea typeface="+mj-ea"/>
                <a:cs typeface="+mj-cs"/>
              </a:rPr>
              <a:t>absolute</a:t>
            </a:r>
            <a:r>
              <a:rPr lang="pt-BR" sz="3600" cap="all" dirty="0">
                <a:latin typeface="+mj-lt"/>
                <a:ea typeface="+mj-ea"/>
                <a:cs typeface="+mj-cs"/>
              </a:rPr>
              <a:t>; 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005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9EDA4-6148-4EFB-979A-37DB6E1E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COORDENADAS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9296D3A-6351-42B0-AC63-0EFA83BB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sz="18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left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 e top: referência é o canto superior esquerdo;</a:t>
            </a:r>
          </a:p>
          <a:p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left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 e </a:t>
            </a:r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bottom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: referência é o canto inferior esquerdo;</a:t>
            </a:r>
            <a:endParaRPr lang="pt-BR" sz="1800" b="1" dirty="0">
              <a:solidFill>
                <a:schemeClr val="accent5">
                  <a:lumMod val="75000"/>
                </a:schemeClr>
              </a:solidFill>
              <a:latin typeface="Courier New"/>
              <a:ea typeface="Times New Roman" panose="02020603050405020304" pitchFamily="18" charset="0"/>
              <a:cs typeface="Times New Roman"/>
            </a:endParaRPr>
          </a:p>
          <a:p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right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 e top : referência é o canto superior direito;</a:t>
            </a:r>
            <a:endParaRPr lang="pt-BR" sz="1800" b="1" dirty="0">
              <a:solidFill>
                <a:schemeClr val="accent5">
                  <a:lumMod val="75000"/>
                </a:schemeClr>
              </a:solidFill>
              <a:latin typeface="Courier New"/>
              <a:ea typeface="Times New Roman" panose="02020603050405020304" pitchFamily="18" charset="0"/>
              <a:cs typeface="Times New Roman"/>
            </a:endParaRPr>
          </a:p>
          <a:p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right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 e </a:t>
            </a:r>
            <a:r>
              <a:rPr lang="pt-BR" sz="1800" b="1" err="1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bottom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ourier New"/>
                <a:ea typeface="Times New Roman" panose="02020603050405020304" pitchFamily="18" charset="0"/>
                <a:cs typeface="Times New Roman"/>
              </a:rPr>
              <a:t>: referência é o canto inferior direito.</a:t>
            </a:r>
            <a:endParaRPr lang="pt-BR" sz="1800" b="1" dirty="0">
              <a:solidFill>
                <a:schemeClr val="accent5">
                  <a:lumMod val="75000"/>
                </a:schemeClr>
              </a:solidFill>
              <a:effectLst/>
              <a:latin typeface="Courier New"/>
              <a:ea typeface="Calibri" panose="020F0502020204030204" pitchFamily="34" charset="0"/>
              <a:cs typeface="Times New Roman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304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6C1B8-9FB5-49AA-A332-C74F56CD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POSICIONANDO A IMAGEM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CDBD7C-B7A2-4101-A349-C26E0A5B7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img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{position: absolute; left: 50%; top:50%;}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864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F4311-E226-44A7-8AAD-AC542476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Posicionando a imagem no centro da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51C99D-974D-453B-B9A4-B783F4CD4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PARA POSICIONAR UMA IMAGEM NO CENTRO DO TELA TEMOS QUE PEGAR A IDEIA DE LARGURA E ALTURA DA IMAGEM, MAS LEMBRE-SE DE VERIFICAR O TAMANHO DE SUA IMAGEM.</a:t>
            </a:r>
          </a:p>
          <a:p>
            <a:pPr marL="0" indent="0">
              <a:buNone/>
            </a:pPr>
            <a:r>
              <a:rPr lang="pt-BR" dirty="0"/>
              <a:t>VAMOS PARA O NOSSO EXEMPLO.</a:t>
            </a:r>
          </a:p>
          <a:p>
            <a:pPr marL="0" indent="0">
              <a:buNone/>
            </a:pPr>
            <a:r>
              <a:rPr lang="pt-BR" dirty="0"/>
              <a:t>A MINHA IMAGEM TEM 200px X 50px</a:t>
            </a:r>
          </a:p>
          <a:p>
            <a:pPr marL="0" indent="0">
              <a:buNone/>
            </a:pPr>
            <a:r>
              <a:rPr lang="pt-BR" dirty="0"/>
              <a:t>ENTÃO VAMOS O SEGUINTE:</a:t>
            </a:r>
          </a:p>
          <a:p>
            <a:pPr marL="0" indent="0">
              <a:buNone/>
            </a:pPr>
            <a:r>
              <a:rPr lang="pt-BR" dirty="0"/>
              <a:t>PARA ESQUERDA: 200px/2 = 100px</a:t>
            </a:r>
          </a:p>
          <a:p>
            <a:pPr marL="0" indent="0">
              <a:buNone/>
            </a:pPr>
            <a:r>
              <a:rPr lang="pt-BR" dirty="0"/>
              <a:t>PARA CIMA: 50px / 2 = 25px</a:t>
            </a:r>
          </a:p>
        </p:txBody>
      </p:sp>
    </p:spTree>
    <p:extLst>
      <p:ext uri="{BB962C8B-B14F-4D97-AF65-F5344CB8AC3E}">
        <p14:creationId xmlns:p14="http://schemas.microsoft.com/office/powerpoint/2010/main" val="356352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ADA77-2247-40C4-A377-22C65E60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98E946-C7FF-4942-A6CD-EB220B53E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img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{position: absolute; </a:t>
            </a:r>
          </a:p>
          <a:p>
            <a:pPr marL="0" indent="0">
              <a:buNone/>
            </a:pPr>
            <a:r>
              <a:rPr lang="en-US" sz="3600" cap="all" dirty="0">
                <a:latin typeface="+mj-lt"/>
                <a:ea typeface="+mj-ea"/>
                <a:cs typeface="+mj-cs"/>
              </a:rPr>
              <a:t>        left:50%; </a:t>
            </a:r>
          </a:p>
          <a:p>
            <a:pPr marL="0" indent="0">
              <a:buNone/>
            </a:pPr>
            <a:r>
              <a:rPr lang="en-US" sz="3600" cap="all" dirty="0">
                <a:latin typeface="+mj-lt"/>
                <a:ea typeface="+mj-ea"/>
                <a:cs typeface="+mj-cs"/>
              </a:rPr>
              <a:t>        top:50%;</a:t>
            </a:r>
          </a:p>
          <a:p>
            <a:pPr marL="0" indent="0">
              <a:buNone/>
            </a:pPr>
            <a:r>
              <a:rPr lang="en-US" sz="3600" cap="all" dirty="0">
                <a:latin typeface="+mj-lt"/>
                <a:ea typeface="+mj-ea"/>
                <a:cs typeface="+mj-cs"/>
              </a:rPr>
              <a:t>        margin-left: -100px;</a:t>
            </a:r>
          </a:p>
          <a:p>
            <a:pPr marL="0" indent="0">
              <a:buNone/>
            </a:pPr>
            <a:r>
              <a:rPr lang="en-US" sz="3600" cap="all" dirty="0">
                <a:latin typeface="+mj-lt"/>
                <a:ea typeface="+mj-ea"/>
                <a:cs typeface="+mj-cs"/>
              </a:rPr>
              <a:t>        margin-top: -25px;</a:t>
            </a:r>
          </a:p>
          <a:p>
            <a:pPr marL="0" indent="0">
              <a:buNone/>
            </a:pPr>
            <a:r>
              <a:rPr lang="en-US" sz="3600" cap="all" dirty="0">
                <a:latin typeface="+mj-lt"/>
                <a:ea typeface="+mj-ea"/>
                <a:cs typeface="+mj-cs"/>
              </a:rPr>
              <a:t>       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3433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BD5B3A-67EF-448B-B5FD-D34BFAC813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971226-5940-4926-A65D-B39F8128E5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51</TotalTime>
  <Words>348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Circuito</vt:lpstr>
      <vt:lpstr>Posicionando uma imagem</vt:lpstr>
      <vt:lpstr>POSITION</vt:lpstr>
      <vt:lpstr>POSICIONANDO A IMAGEM</vt:lpstr>
      <vt:lpstr>COORDENADAS</vt:lpstr>
      <vt:lpstr>POSICIONANDO A IMAGEM</vt:lpstr>
      <vt:lpstr>Posicionando a imagem no centro da tela</vt:lpstr>
      <vt:lpstr>código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Posicionando uma imagem</dc:title>
  <dc:creator>Clodoaldo Bastos</dc:creator>
  <cp:lastModifiedBy>Clodoaldo Bastos</cp:lastModifiedBy>
  <cp:revision>13</cp:revision>
  <dcterms:created xsi:type="dcterms:W3CDTF">2020-11-16T12:35:02Z</dcterms:created>
  <dcterms:modified xsi:type="dcterms:W3CDTF">2024-04-25T17:38:39Z</dcterms:modified>
</cp:coreProperties>
</file>