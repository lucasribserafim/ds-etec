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10"/>
  </p:notesMasterIdLst>
  <p:sldIdLst>
    <p:sldId id="256" r:id="rId4"/>
    <p:sldId id="257" r:id="rId5"/>
    <p:sldId id="258" r:id="rId6"/>
    <p:sldId id="268" r:id="rId7"/>
    <p:sldId id="259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B5A4F4-D980-4B18-906C-A01737536B11}" v="2" dt="2023-11-22T18:03:43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945CD-C0BC-4123-80C2-A802BC3E4444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90D90-8B34-494D-9695-3C63A6D4C6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55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790D90-8B34-494D-9695-3C63A6D4C69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37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395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93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44083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55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46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38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44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638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52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71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53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83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Java Script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Aula 3 – Recebendo valores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5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Java Script – Recebendo valores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33039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err="1">
                <a:solidFill>
                  <a:srgbClr val="FF0000"/>
                </a:solidFill>
              </a:rPr>
              <a:t>JavaScript</a:t>
            </a:r>
            <a:r>
              <a:rPr lang="pt-BR">
                <a:solidFill>
                  <a:srgbClr val="FF0000"/>
                </a:solidFill>
              </a:rPr>
              <a:t> - Recebendo Dados e Informações do Usuário </a:t>
            </a:r>
          </a:p>
          <a:p>
            <a:pPr marL="0" indent="0">
              <a:buNone/>
            </a:pPr>
            <a:endParaRPr lang="pt-B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rgbClr val="FF0000"/>
                </a:solidFill>
              </a:rPr>
              <a:t>Método </a:t>
            </a:r>
            <a:r>
              <a:rPr lang="pt-BR" err="1">
                <a:solidFill>
                  <a:srgbClr val="FF0000"/>
                </a:solidFill>
              </a:rPr>
              <a:t>prompt</a:t>
            </a:r>
            <a:r>
              <a:rPr lang="pt-BR">
                <a:solidFill>
                  <a:srgbClr val="FF0000"/>
                </a:solidFill>
              </a:rPr>
              <a:t>().</a:t>
            </a:r>
          </a:p>
          <a:p>
            <a:pPr marL="0" indent="0">
              <a:buNone/>
            </a:pPr>
            <a:endParaRPr lang="pt-BR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/>
              <a:t>Não é que elas sejam importante, são essenciais. 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É quase que impossível programar algum programa útil que não venha a usar nenhuma variável.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Java Script – Recebendo valores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err="1">
                <a:solidFill>
                  <a:schemeClr val="tx1"/>
                </a:solidFill>
              </a:rPr>
              <a:t>Exite</a:t>
            </a:r>
            <a:r>
              <a:rPr lang="pt-BR">
                <a:solidFill>
                  <a:schemeClr val="tx1"/>
                </a:solidFill>
              </a:rPr>
              <a:t> </a:t>
            </a:r>
            <a:r>
              <a:rPr lang="pt-BR" err="1">
                <a:solidFill>
                  <a:schemeClr val="tx1"/>
                </a:solidFill>
              </a:rPr>
              <a:t>muuuuuitas</a:t>
            </a:r>
            <a:r>
              <a:rPr lang="pt-BR">
                <a:solidFill>
                  <a:schemeClr val="tx1"/>
                </a:solidFill>
              </a:rPr>
              <a:t> maneiras de receber dados do usuário, em JS, que está</a:t>
            </a: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acessando sua página.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Vamos usar o comando </a:t>
            </a:r>
            <a:r>
              <a:rPr lang="pt-BR" err="1">
                <a:solidFill>
                  <a:schemeClr val="tx1"/>
                </a:solidFill>
              </a:rPr>
              <a:t>prompt</a:t>
            </a:r>
            <a:r>
              <a:rPr lang="pt-BR">
                <a:solidFill>
                  <a:schemeClr val="tx1"/>
                </a:solidFill>
              </a:rPr>
              <a:t>() para capturar algo que o usuário vai digitar.</a:t>
            </a: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O formato do uso é o seguinte: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err="1">
                <a:solidFill>
                  <a:srgbClr val="7030A0"/>
                </a:solidFill>
              </a:rPr>
              <a:t>variavel</a:t>
            </a:r>
            <a:r>
              <a:rPr lang="pt-BR">
                <a:solidFill>
                  <a:srgbClr val="7030A0"/>
                </a:solidFill>
              </a:rPr>
              <a:t> = </a:t>
            </a:r>
            <a:r>
              <a:rPr lang="pt-BR" err="1">
                <a:solidFill>
                  <a:srgbClr val="7030A0"/>
                </a:solidFill>
              </a:rPr>
              <a:t>prompt</a:t>
            </a:r>
            <a:r>
              <a:rPr lang="pt-BR">
                <a:solidFill>
                  <a:srgbClr val="7030A0"/>
                </a:solidFill>
              </a:rPr>
              <a:t>("Texto que vai aparecer:")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5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Java Script – Recebendo valores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509623" y="2689274"/>
            <a:ext cx="1059998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/>
              <a:t>Ao fazer isso, vai aparecer uma janela quando o usuário entre no seu site, e</a:t>
            </a:r>
          </a:p>
          <a:p>
            <a:pPr>
              <a:lnSpc>
                <a:spcPct val="150000"/>
              </a:lnSpc>
            </a:pPr>
            <a:r>
              <a:rPr lang="pt-BR"/>
              <a:t>nessa janela tem escrito "Texto que vai aparecer" e um campo para o usuário</a:t>
            </a:r>
          </a:p>
          <a:p>
            <a:pPr>
              <a:lnSpc>
                <a:spcPct val="150000"/>
              </a:lnSpc>
            </a:pPr>
            <a:r>
              <a:rPr lang="pt-BR"/>
              <a:t>digitar algo.</a:t>
            </a:r>
          </a:p>
          <a:p>
            <a:pPr>
              <a:lnSpc>
                <a:spcPct val="150000"/>
              </a:lnSpc>
            </a:pPr>
            <a:endParaRPr lang="pt-BR"/>
          </a:p>
          <a:p>
            <a:pPr>
              <a:lnSpc>
                <a:spcPct val="150000"/>
              </a:lnSpc>
            </a:pPr>
            <a:r>
              <a:rPr lang="pt-BR"/>
              <a:t>Após digitar e apertar </a:t>
            </a:r>
            <a:r>
              <a:rPr lang="pt-BR" err="1"/>
              <a:t>enter</a:t>
            </a:r>
            <a:r>
              <a:rPr lang="pt-BR"/>
              <a:t> (ou clicar em OK), o que ele digitou vai virar uma</a:t>
            </a:r>
          </a:p>
          <a:p>
            <a:pPr>
              <a:lnSpc>
                <a:spcPct val="150000"/>
              </a:lnSpc>
            </a:pPr>
            <a:r>
              <a:rPr lang="pt-BR" err="1"/>
              <a:t>string</a:t>
            </a:r>
            <a:r>
              <a:rPr lang="pt-BR"/>
              <a:t>, armazenada na variável .</a:t>
            </a:r>
          </a:p>
        </p:txBody>
      </p:sp>
    </p:spTree>
    <p:extLst>
      <p:ext uri="{BB962C8B-B14F-4D97-AF65-F5344CB8AC3E}">
        <p14:creationId xmlns:p14="http://schemas.microsoft.com/office/powerpoint/2010/main" val="361072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Java Script – Recebendo valores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445562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Exemplo Prático : Index.html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&lt;!DOCTYPE </a:t>
            </a:r>
            <a:r>
              <a:rPr lang="pt-BR" dirty="0" err="1">
                <a:solidFill>
                  <a:schemeClr val="tx1"/>
                </a:solidFill>
              </a:rPr>
              <a:t>html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</a:t>
            </a:r>
            <a:r>
              <a:rPr lang="pt-BR" dirty="0" err="1">
                <a:solidFill>
                  <a:schemeClr val="tx1"/>
                </a:solidFill>
              </a:rPr>
              <a:t>html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</a:t>
            </a:r>
            <a:r>
              <a:rPr lang="pt-BR" dirty="0" err="1">
                <a:solidFill>
                  <a:schemeClr val="tx1"/>
                </a:solidFill>
              </a:rPr>
              <a:t>title</a:t>
            </a:r>
            <a:r>
              <a:rPr lang="pt-BR" dirty="0">
                <a:solidFill>
                  <a:schemeClr val="tx1"/>
                </a:solidFill>
              </a:rPr>
              <a:t>&gt;Curso 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 Progressivo&lt;/</a:t>
            </a:r>
            <a:r>
              <a:rPr lang="pt-BR" dirty="0" err="1">
                <a:solidFill>
                  <a:schemeClr val="tx1"/>
                </a:solidFill>
              </a:rPr>
              <a:t>title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&lt;/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&lt;script </a:t>
            </a:r>
            <a:r>
              <a:rPr lang="pt-BR" dirty="0" err="1">
                <a:solidFill>
                  <a:schemeClr val="tx1"/>
                </a:solidFill>
              </a:rPr>
              <a:t>type</a:t>
            </a:r>
            <a:r>
              <a:rPr lang="pt-BR" dirty="0">
                <a:solidFill>
                  <a:schemeClr val="tx1"/>
                </a:solidFill>
              </a:rPr>
              <a:t>="</a:t>
            </a:r>
            <a:r>
              <a:rPr lang="pt-BR" dirty="0" err="1">
                <a:solidFill>
                  <a:schemeClr val="tx1"/>
                </a:solidFill>
              </a:rPr>
              <a:t>text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“ </a:t>
            </a:r>
            <a:r>
              <a:rPr lang="pt-BR" dirty="0" err="1">
                <a:solidFill>
                  <a:schemeClr val="tx1"/>
                </a:solidFill>
              </a:rPr>
              <a:t>src</a:t>
            </a:r>
            <a:r>
              <a:rPr lang="pt-BR" dirty="0">
                <a:solidFill>
                  <a:schemeClr val="tx1"/>
                </a:solidFill>
              </a:rPr>
              <a:t>=“</a:t>
            </a:r>
            <a:r>
              <a:rPr lang="pt-BR" dirty="0" err="1">
                <a:solidFill>
                  <a:schemeClr val="tx1"/>
                </a:solidFill>
              </a:rPr>
              <a:t>js</a:t>
            </a:r>
            <a:r>
              <a:rPr lang="pt-BR">
                <a:solidFill>
                  <a:schemeClr val="tx1"/>
                </a:solidFill>
              </a:rPr>
              <a:t>/script.js”&gt;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&lt;/body&gt;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&lt;/</a:t>
            </a:r>
            <a:r>
              <a:rPr lang="pt-BR" dirty="0" err="1">
                <a:solidFill>
                  <a:schemeClr val="tx1"/>
                </a:solidFill>
              </a:rPr>
              <a:t>html</a:t>
            </a:r>
            <a:r>
              <a:rPr lang="pt-BR" dirty="0">
                <a:solidFill>
                  <a:schemeClr val="tx1"/>
                </a:solidFill>
              </a:rPr>
              <a:t>&gt;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Java Script – Recebendo valores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39534" y="1276710"/>
            <a:ext cx="10560707" cy="52448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>
                <a:solidFill>
                  <a:srgbClr val="FF0000"/>
                </a:solidFill>
              </a:rPr>
              <a:t>Exemplo Prático : script.js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//recebendo valor pelo </a:t>
            </a:r>
            <a:r>
              <a:rPr lang="pt-BR" err="1">
                <a:solidFill>
                  <a:schemeClr val="tx1"/>
                </a:solidFill>
              </a:rPr>
              <a:t>prompt</a:t>
            </a:r>
            <a:r>
              <a:rPr lang="pt-BR">
                <a:solidFill>
                  <a:schemeClr val="tx1"/>
                </a:solidFill>
              </a:rPr>
              <a:t>//</a:t>
            </a: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var nome = </a:t>
            </a:r>
            <a:r>
              <a:rPr lang="pt-BR" err="1">
                <a:solidFill>
                  <a:schemeClr val="tx1"/>
                </a:solidFill>
              </a:rPr>
              <a:t>prompt</a:t>
            </a:r>
            <a:r>
              <a:rPr lang="pt-BR">
                <a:solidFill>
                  <a:schemeClr val="tx1"/>
                </a:solidFill>
              </a:rPr>
              <a:t>("Digite seu nome: ")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//exibindo com </a:t>
            </a:r>
            <a:r>
              <a:rPr lang="pt-BR" err="1">
                <a:solidFill>
                  <a:schemeClr val="tx1"/>
                </a:solidFill>
              </a:rPr>
              <a:t>document.write</a:t>
            </a:r>
            <a:r>
              <a:rPr lang="pt-BR">
                <a:solidFill>
                  <a:schemeClr val="tx1"/>
                </a:solidFill>
              </a:rPr>
              <a:t>//</a:t>
            </a:r>
          </a:p>
          <a:p>
            <a:pPr marL="0" indent="0">
              <a:buNone/>
            </a:pPr>
            <a:r>
              <a:rPr lang="pt-BR" err="1">
                <a:solidFill>
                  <a:schemeClr val="tx1"/>
                </a:solidFill>
              </a:rPr>
              <a:t>document.write</a:t>
            </a:r>
            <a:r>
              <a:rPr lang="pt-BR">
                <a:solidFill>
                  <a:schemeClr val="tx1"/>
                </a:solidFill>
              </a:rPr>
              <a:t>("Bem vindo, ", nome);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//exibindo usando </a:t>
            </a:r>
            <a:r>
              <a:rPr lang="pt-BR" err="1">
                <a:solidFill>
                  <a:schemeClr val="tx1"/>
                </a:solidFill>
              </a:rPr>
              <a:t>alert</a:t>
            </a:r>
            <a:r>
              <a:rPr lang="pt-BR">
                <a:solidFill>
                  <a:schemeClr val="tx1"/>
                </a:solidFill>
              </a:rPr>
              <a:t>//</a:t>
            </a:r>
          </a:p>
          <a:p>
            <a:pPr marL="0" indent="0">
              <a:buNone/>
            </a:pPr>
            <a:r>
              <a:rPr lang="pt-BR" err="1">
                <a:solidFill>
                  <a:schemeClr val="tx1"/>
                </a:solidFill>
              </a:rPr>
              <a:t>alert</a:t>
            </a:r>
            <a:r>
              <a:rPr lang="pt-BR">
                <a:solidFill>
                  <a:schemeClr val="tx1"/>
                </a:solidFill>
              </a:rPr>
              <a:t>(nome);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tx1"/>
                </a:solidFill>
              </a:rPr>
              <a:t>//</a:t>
            </a:r>
            <a:r>
              <a:rPr lang="pt-BR" err="1">
                <a:solidFill>
                  <a:schemeClr val="tx1"/>
                </a:solidFill>
              </a:rPr>
              <a:t>personanalizando</a:t>
            </a:r>
            <a:r>
              <a:rPr lang="pt-BR">
                <a:solidFill>
                  <a:schemeClr val="tx1"/>
                </a:solidFill>
              </a:rPr>
              <a:t> </a:t>
            </a:r>
            <a:r>
              <a:rPr lang="pt-BR" err="1">
                <a:solidFill>
                  <a:schemeClr val="tx1"/>
                </a:solidFill>
              </a:rPr>
              <a:t>alert</a:t>
            </a:r>
            <a:r>
              <a:rPr lang="pt-BR">
                <a:solidFill>
                  <a:schemeClr val="tx1"/>
                </a:solidFill>
              </a:rPr>
              <a:t> //</a:t>
            </a:r>
            <a:br>
              <a:rPr lang="pt-BR"/>
            </a:br>
            <a:r>
              <a:rPr lang="pt-BR" err="1">
                <a:solidFill>
                  <a:schemeClr val="tx1"/>
                </a:solidFill>
              </a:rPr>
              <a:t>alert</a:t>
            </a:r>
            <a:r>
              <a:rPr lang="pt-BR">
                <a:solidFill>
                  <a:schemeClr val="tx1"/>
                </a:solidFill>
              </a:rPr>
              <a:t>("O nome digitado foi :"+nome);</a:t>
            </a: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447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E68CD5C1F548439DA9AA730CA226A1" ma:contentTypeVersion="3" ma:contentTypeDescription="Crie um novo documento." ma:contentTypeScope="" ma:versionID="01d0dab84f5622eb1e4fc5658de4522b">
  <xsd:schema xmlns:xsd="http://www.w3.org/2001/XMLSchema" xmlns:xs="http://www.w3.org/2001/XMLSchema" xmlns:p="http://schemas.microsoft.com/office/2006/metadata/properties" xmlns:ns2="d85d5711-4d28-4c30-8c72-28c47e50cb6a" targetNamespace="http://schemas.microsoft.com/office/2006/metadata/properties" ma:root="true" ma:fieldsID="16f7b9a20703acb664baff38118c79e0" ns2:_="">
    <xsd:import namespace="d85d5711-4d28-4c30-8c72-28c47e50c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d5711-4d28-4c30-8c72-28c47e50cb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38E36D-CED5-46FC-802C-3D30FFD9F3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53101-2EF7-4A72-AA75-6DA5B3E38F43}">
  <ds:schemaRefs>
    <ds:schemaRef ds:uri="d85d5711-4d28-4c30-8c72-28c47e50cb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0</TotalTime>
  <Words>295</Words>
  <Application>Microsoft Office PowerPoint</Application>
  <PresentationFormat>Widescreen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Impact</vt:lpstr>
      <vt:lpstr>Badge</vt:lpstr>
      <vt:lpstr>Java Script</vt:lpstr>
      <vt:lpstr>Java Script – Recebendo valores</vt:lpstr>
      <vt:lpstr>Java Script – Recebendo valores</vt:lpstr>
      <vt:lpstr>Java Script – Recebendo valores</vt:lpstr>
      <vt:lpstr>Java Script – Recebendo valores</vt:lpstr>
      <vt:lpstr>Java Script – Recebendo valores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Admin</dc:creator>
  <cp:lastModifiedBy>Edneia Torres Gomes</cp:lastModifiedBy>
  <cp:revision>3</cp:revision>
  <dcterms:created xsi:type="dcterms:W3CDTF">2023-11-21T14:43:30Z</dcterms:created>
  <dcterms:modified xsi:type="dcterms:W3CDTF">2026-05-22T13:00:18Z</dcterms:modified>
</cp:coreProperties>
</file>