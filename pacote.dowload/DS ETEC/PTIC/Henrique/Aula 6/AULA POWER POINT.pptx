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9144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8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185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9F76A-C327-40E3-BB04-EEACAE276C43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CB2E46-4DD4-4F8B-A75E-53D1799C5F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039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B2E46-4DD4-4F8B-A75E-53D1799C5F42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159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Atividade de Power Point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B2E46-4DD4-4F8B-A75E-53D1799C5F42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3168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490F8F-1DF4-A296-4321-C13F70893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4EDE48-B600-A0ED-1E53-B50FEDAC1A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7A2FCB-2495-A104-24D7-4852487BC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78C1-804F-4667-9475-A4D29E6C321E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9B2CAE-07D7-6A66-6F43-D90DA99F1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A66C59-701C-2F91-EFEE-4466F962A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72A9-FABB-489E-A2E6-1350FCAFC9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1652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29F6C6-A8BA-22B1-D618-9E550BDB5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DC590C-BA3F-E252-0D8C-2BBBB8AE8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C806E7-0218-5418-0700-EC77EA086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78C1-804F-4667-9475-A4D29E6C321E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6CF8C9-38F8-DE11-A8B3-E7ED729C5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5D1A10-86C2-79D4-0DCC-E30B432B3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72A9-FABB-489E-A2E6-1350FCAFC9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3024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F55C95-028F-977F-4E38-1125FDE1B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49983B5-F4EA-34EC-35AD-F8DF5691C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B6BCAB-F103-EB36-8FED-FC63A9BC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78C1-804F-4667-9475-A4D29E6C321E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617B90-CC25-F055-92D1-4DFBEF836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B5870B-D7A3-72BB-BABB-5DC119CF5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72A9-FABB-489E-A2E6-1350FCAFC9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7432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3F1C6A-AC2D-9420-468D-48789D03A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7BF206-C96F-662A-BC25-0A2CFD89EC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E698EA-B407-304C-C167-5E80B86CAB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85AD427-4BF2-1826-B66F-266341AF5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78C1-804F-4667-9475-A4D29E6C321E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856138-9997-1B87-95F9-64ABC0474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48034B7-36EF-E135-3F74-84FB2D88F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72A9-FABB-489E-A2E6-1350FCAFC9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4475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556E9C-9F8E-3EE1-AB9A-3956D5A30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1D2B350-6A6C-E57E-E15E-8E18B4287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D028463-8986-A727-E451-611A5D085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1BE6B6C-8694-CF6D-6AE4-34D3502D4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ADAFDA-FE8D-C0AD-EF01-032AE941DF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7E50569-E461-E248-2FAE-94EFCC283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78C1-804F-4667-9475-A4D29E6C321E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7D7006D-389C-0E2A-8869-75C1AA9E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6924C2B-2E3F-E44F-E82D-467FE16D1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72A9-FABB-489E-A2E6-1350FCAFC9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4309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630477-2699-6342-BA1B-C6B9297B8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9CEFAAD-C522-68EC-6095-B636F49F1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78C1-804F-4667-9475-A4D29E6C321E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70407F-B497-DC90-7A20-D31546EC8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68873A4-357C-EE6B-452F-E20C6942B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72A9-FABB-489E-A2E6-1350FCAFC9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8511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9A3AF93-7514-E814-CCB3-DB0495EB5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78C1-804F-4667-9475-A4D29E6C321E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7E6E8BB-6BDE-CCB2-1408-752F709EA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50C920-004F-E220-DF72-AB836EC75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72A9-FABB-489E-A2E6-1350FCAFC9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38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D7B4F0-122D-0ABF-9146-237D33E1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5D8FF1-C39D-DDC7-05AC-AFD10C36E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EE55E99-87FB-83A2-3FC9-08BCD7178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ECCBA4-EC06-D0C5-7A8C-D3FD11C78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78C1-804F-4667-9475-A4D29E6C321E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58C108-819F-94C0-5801-4F47A86DB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179DFC-C500-28A7-D13E-12212EB09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72A9-FABB-489E-A2E6-1350FCAFC9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7078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172D4C-EE94-408F-1752-B6CACA59B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108BA08-F76A-20AA-7B5F-CFC9744544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DB7EC18-DA1D-F1F1-3438-99E8CDD4F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6CF5C83-092A-B98B-DD93-D8F975065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78C1-804F-4667-9475-A4D29E6C321E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E31714-52F6-97F4-04DC-2FE013294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C58A1BA-F651-42F9-5051-7721E5C88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72A9-FABB-489E-A2E6-1350FCAFC9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8694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966C84-CBE8-B0AE-1151-89DA0AA3A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D0880BC-F8A1-9F6D-DFDF-38CD8A92E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861790-2BD6-EBDD-0127-65B6FCB9E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78C1-804F-4667-9475-A4D29E6C321E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46FC66-F003-C10A-56C1-EC52F78EE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9BB6E-13A3-925E-7887-631C1E8FA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72A9-FABB-489E-A2E6-1350FCAFC9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1190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9C0EFB-3737-2E59-823E-67618E2612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546871B-ED8C-D85B-F54D-C17C52EDD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7C2BA8-6765-F14C-43CC-0CD1B791E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78C1-804F-4667-9475-A4D29E6C321E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60C7F8-255C-F8DB-0796-201F8B0D5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149FFC-AC01-88FD-7838-E1085EE84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72A9-FABB-489E-A2E6-1350FCAFC9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1994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6DF53F8-8EB9-0961-BC3A-5F89CDC1A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81C7F7-739B-3684-4374-E2F59C8A6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69C1C9-3DB6-C3A0-9271-1D74F20110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F78C1-804F-4667-9475-A4D29E6C321E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E25982-028E-2BF6-389C-8EA8FF87D0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4FC7DE-64A1-434D-D774-6549031A01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A72A9-FABB-489E-A2E6-1350FCAFC9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957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95145-C37E-0205-07B6-EFE3580F30C6}"/>
              </a:ext>
            </a:extLst>
          </p:cNvPr>
          <p:cNvSpPr>
            <a:spLocks noGrp="1"/>
          </p:cNvSpPr>
          <p:nvPr>
            <p:ph type="ctrTitle"/>
          </p:nvPr>
        </p:nvSpPr>
        <p:spPr/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pt-BR" dirty="0"/>
              <a:t>AULA POWER POINT</a:t>
            </a:r>
            <a:br>
              <a:rPr lang="pt-BR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F2E8731-D1BD-FB29-9E00-4206EBA74C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pt-BR" dirty="0"/>
          </a:p>
          <a:p>
            <a:r>
              <a:rPr lang="pt-BR" sz="3200" dirty="0"/>
              <a:t>Apresentação Padrão</a:t>
            </a:r>
          </a:p>
        </p:txBody>
      </p:sp>
    </p:spTree>
    <p:extLst>
      <p:ext uri="{BB962C8B-B14F-4D97-AF65-F5344CB8AC3E}">
        <p14:creationId xmlns:p14="http://schemas.microsoft.com/office/powerpoint/2010/main" val="759090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936295-83A4-CA03-210E-E5876C5CD24D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Utilizando os Slides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85BB4A-4629-282D-8C99-8321B2234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67</a:t>
            </a:r>
          </a:p>
          <a:p>
            <a:r>
              <a:rPr lang="pt-BR" dirty="0"/>
              <a:t>BORABILL</a:t>
            </a:r>
          </a:p>
          <a:p>
            <a:r>
              <a:rPr lang="pt-BR" dirty="0" err="1"/>
              <a:t>Amostradinho</a:t>
            </a:r>
            <a:endParaRPr lang="pt-BR" dirty="0"/>
          </a:p>
          <a:p>
            <a:r>
              <a:rPr lang="pt-BR" dirty="0"/>
              <a:t>Pietro Legal</a:t>
            </a:r>
          </a:p>
          <a:p>
            <a:r>
              <a:rPr lang="pt-BR" dirty="0"/>
              <a:t>Leandro </a:t>
            </a:r>
            <a:r>
              <a:rPr lang="pt-BR" dirty="0" err="1"/>
              <a:t>based</a:t>
            </a:r>
            <a:endParaRPr lang="pt-BR" dirty="0"/>
          </a:p>
          <a:p>
            <a:r>
              <a:rPr lang="pt-BR" dirty="0"/>
              <a:t>Pulga descolado</a:t>
            </a:r>
          </a:p>
          <a:p>
            <a:r>
              <a:rPr lang="pt-BR" dirty="0"/>
              <a:t>Rafa treme pro Yousef</a:t>
            </a:r>
          </a:p>
        </p:txBody>
      </p:sp>
    </p:spTree>
    <p:extLst>
      <p:ext uri="{BB962C8B-B14F-4D97-AF65-F5344CB8AC3E}">
        <p14:creationId xmlns:p14="http://schemas.microsoft.com/office/powerpoint/2010/main" val="31585240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28</Words>
  <Application>Microsoft Office PowerPoint</Application>
  <PresentationFormat>Widescreen</PresentationFormat>
  <Paragraphs>14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AULA POWER POINT </vt:lpstr>
      <vt:lpstr>Utilizando os Slides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ETEC</dc:creator>
  <cp:lastModifiedBy>ETEC</cp:lastModifiedBy>
  <cp:revision>1</cp:revision>
  <dcterms:created xsi:type="dcterms:W3CDTF">2026-04-07T23:25:25Z</dcterms:created>
  <dcterms:modified xsi:type="dcterms:W3CDTF">2026-04-08T01:12:53Z</dcterms:modified>
</cp:coreProperties>
</file>